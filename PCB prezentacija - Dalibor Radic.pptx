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70" r:id="rId6"/>
    <p:sldId id="261" r:id="rId7"/>
    <p:sldId id="267" r:id="rId8"/>
    <p:sldId id="264" r:id="rId9"/>
    <p:sldId id="262" r:id="rId10"/>
    <p:sldId id="268" r:id="rId11"/>
    <p:sldId id="263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40F3A7E-98E8-42C3-9F1D-51169A78A9BC}">
          <p14:sldIdLst>
            <p14:sldId id="256"/>
            <p14:sldId id="257"/>
            <p14:sldId id="258"/>
            <p14:sldId id="260"/>
            <p14:sldId id="270"/>
            <p14:sldId id="261"/>
            <p14:sldId id="267"/>
            <p14:sldId id="264"/>
            <p14:sldId id="262"/>
            <p14:sldId id="268"/>
            <p14:sldId id="263"/>
            <p14:sldId id="269"/>
          </p14:sldIdLst>
        </p14:section>
        <p14:section name="Untitled Section" id="{791237C4-62A2-4865-85C8-84BE041A24E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7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libor Radic" userId="740ea9d72ae4c724" providerId="LiveId" clId="{C2492F21-5D1E-4FE9-898E-4DF8251C31C1}"/>
    <pc:docChg chg="undo custSel addSld modSld modSection">
      <pc:chgData name="Dalibor Radic" userId="740ea9d72ae4c724" providerId="LiveId" clId="{C2492F21-5D1E-4FE9-898E-4DF8251C31C1}" dt="2026-06-30T20:18:16.697" v="189" actId="1076"/>
      <pc:docMkLst>
        <pc:docMk/>
      </pc:docMkLst>
      <pc:sldChg chg="delSp modSp mod">
        <pc:chgData name="Dalibor Radic" userId="740ea9d72ae4c724" providerId="LiveId" clId="{C2492F21-5D1E-4FE9-898E-4DF8251C31C1}" dt="2026-06-30T14:38:18.521" v="187" actId="1076"/>
        <pc:sldMkLst>
          <pc:docMk/>
          <pc:sldMk cId="0" sldId="257"/>
        </pc:sldMkLst>
        <pc:spChg chg="mod">
          <ac:chgData name="Dalibor Radic" userId="740ea9d72ae4c724" providerId="LiveId" clId="{C2492F21-5D1E-4FE9-898E-4DF8251C31C1}" dt="2026-06-30T14:38:11.989" v="185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Dalibor Radic" userId="740ea9d72ae4c724" providerId="LiveId" clId="{C2492F21-5D1E-4FE9-898E-4DF8251C31C1}" dt="2026-06-30T14:38:15.842" v="186" actId="478"/>
          <ac:spMkLst>
            <pc:docMk/>
            <pc:sldMk cId="0" sldId="257"/>
            <ac:spMk id="8" creationId="{00000000-0000-0000-0000-000000000000}"/>
          </ac:spMkLst>
        </pc:spChg>
        <pc:spChg chg="mod">
          <ac:chgData name="Dalibor Radic" userId="740ea9d72ae4c724" providerId="LiveId" clId="{C2492F21-5D1E-4FE9-898E-4DF8251C31C1}" dt="2026-06-30T14:38:18.521" v="187" actId="1076"/>
          <ac:spMkLst>
            <pc:docMk/>
            <pc:sldMk cId="0" sldId="257"/>
            <ac:spMk id="9" creationId="{00000000-0000-0000-0000-000000000000}"/>
          </ac:spMkLst>
        </pc:spChg>
        <pc:spChg chg="del">
          <ac:chgData name="Dalibor Radic" userId="740ea9d72ae4c724" providerId="LiveId" clId="{C2492F21-5D1E-4FE9-898E-4DF8251C31C1}" dt="2026-06-30T14:22:12.350" v="1" actId="478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Dalibor Radic" userId="740ea9d72ae4c724" providerId="LiveId" clId="{C2492F21-5D1E-4FE9-898E-4DF8251C31C1}" dt="2026-06-30T20:18:16.697" v="189" actId="1076"/>
        <pc:sldMkLst>
          <pc:docMk/>
          <pc:sldMk cId="0" sldId="261"/>
        </pc:sldMkLst>
        <pc:spChg chg="mod">
          <ac:chgData name="Dalibor Radic" userId="740ea9d72ae4c724" providerId="LiveId" clId="{C2492F21-5D1E-4FE9-898E-4DF8251C31C1}" dt="2026-06-30T20:18:13.378" v="188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Dalibor Radic" userId="740ea9d72ae4c724" providerId="LiveId" clId="{C2492F21-5D1E-4FE9-898E-4DF8251C31C1}" dt="2026-06-30T20:18:16.697" v="189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Dalibor Radic" userId="740ea9d72ae4c724" providerId="LiveId" clId="{C2492F21-5D1E-4FE9-898E-4DF8251C31C1}" dt="2026-06-30T14:22:23.612" v="2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Dalibor Radic" userId="740ea9d72ae4c724" providerId="LiveId" clId="{C2492F21-5D1E-4FE9-898E-4DF8251C31C1}" dt="2026-06-30T14:23:00.220" v="11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Dalibor Radic" userId="740ea9d72ae4c724" providerId="LiveId" clId="{C2492F21-5D1E-4FE9-898E-4DF8251C31C1}" dt="2026-06-30T14:23:04.881" v="12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Dalibor Radic" userId="740ea9d72ae4c724" providerId="LiveId" clId="{C2492F21-5D1E-4FE9-898E-4DF8251C31C1}" dt="2026-06-30T14:23:08.873" v="13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Dalibor Radic" userId="740ea9d72ae4c724" providerId="LiveId" clId="{C2492F21-5D1E-4FE9-898E-4DF8251C31C1}" dt="2026-06-30T14:22:26.463" v="3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alibor Radic" userId="740ea9d72ae4c724" providerId="LiveId" clId="{C2492F21-5D1E-4FE9-898E-4DF8251C31C1}" dt="2026-06-30T14:22:43.391" v="8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Dalibor Radic" userId="740ea9d72ae4c724" providerId="LiveId" clId="{C2492F21-5D1E-4FE9-898E-4DF8251C31C1}" dt="2026-06-30T14:22:48.529" v="9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Dalibor Radic" userId="740ea9d72ae4c724" providerId="LiveId" clId="{C2492F21-5D1E-4FE9-898E-4DF8251C31C1}" dt="2026-06-30T14:22:55.874" v="10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Dalibor Radic" userId="740ea9d72ae4c724" providerId="LiveId" clId="{C2492F21-5D1E-4FE9-898E-4DF8251C31C1}" dt="2026-06-30T14:22:31.221" v="4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Dalibor Radic" userId="740ea9d72ae4c724" providerId="LiveId" clId="{C2492F21-5D1E-4FE9-898E-4DF8251C31C1}" dt="2026-06-30T14:22:34.900" v="5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Dalibor Radic" userId="740ea9d72ae4c724" providerId="LiveId" clId="{C2492F21-5D1E-4FE9-898E-4DF8251C31C1}" dt="2026-06-30T14:22:38.072" v="6" actId="107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Dalibor Radic" userId="740ea9d72ae4c724" providerId="LiveId" clId="{C2492F21-5D1E-4FE9-898E-4DF8251C31C1}" dt="2026-06-30T14:22:40.275" v="7" actId="1076"/>
          <ac:spMkLst>
            <pc:docMk/>
            <pc:sldMk cId="0" sldId="261"/>
            <ac:spMk id="20" creationId="{00000000-0000-0000-0000-000000000000}"/>
          </ac:spMkLst>
        </pc:spChg>
        <pc:picChg chg="mod">
          <ac:chgData name="Dalibor Radic" userId="740ea9d72ae4c724" providerId="LiveId" clId="{C2492F21-5D1E-4FE9-898E-4DF8251C31C1}" dt="2026-06-30T14:23:18.014" v="15" actId="1076"/>
          <ac:picMkLst>
            <pc:docMk/>
            <pc:sldMk cId="0" sldId="261"/>
            <ac:picMk id="33" creationId="{EC58DC89-4A7B-417C-2610-4DB4601E8700}"/>
          </ac:picMkLst>
        </pc:picChg>
      </pc:sldChg>
      <pc:sldChg chg="modSp mod">
        <pc:chgData name="Dalibor Radic" userId="740ea9d72ae4c724" providerId="LiveId" clId="{C2492F21-5D1E-4FE9-898E-4DF8251C31C1}" dt="2026-06-30T14:27:17.197" v="43" actId="1440"/>
        <pc:sldMkLst>
          <pc:docMk/>
          <pc:sldMk cId="0" sldId="262"/>
        </pc:sldMkLst>
        <pc:picChg chg="mod">
          <ac:chgData name="Dalibor Radic" userId="740ea9d72ae4c724" providerId="LiveId" clId="{C2492F21-5D1E-4FE9-898E-4DF8251C31C1}" dt="2026-06-30T14:27:17.197" v="43" actId="1440"/>
          <ac:picMkLst>
            <pc:docMk/>
            <pc:sldMk cId="0" sldId="262"/>
            <ac:picMk id="25" creationId="{B51FDFF7-EED0-2716-A9FE-9BD3CE972956}"/>
          </ac:picMkLst>
        </pc:picChg>
      </pc:sldChg>
      <pc:sldChg chg="addSp delSp modSp mod">
        <pc:chgData name="Dalibor Radic" userId="740ea9d72ae4c724" providerId="LiveId" clId="{C2492F21-5D1E-4FE9-898E-4DF8251C31C1}" dt="2026-06-30T14:35:35.993" v="126" actId="20577"/>
        <pc:sldMkLst>
          <pc:docMk/>
          <pc:sldMk cId="0" sldId="263"/>
        </pc:sldMkLst>
        <pc:spChg chg="mod">
          <ac:chgData name="Dalibor Radic" userId="740ea9d72ae4c724" providerId="LiveId" clId="{C2492F21-5D1E-4FE9-898E-4DF8251C31C1}" dt="2026-06-30T14:34:37.349" v="113" actId="1076"/>
          <ac:spMkLst>
            <pc:docMk/>
            <pc:sldMk cId="0" sldId="263"/>
            <ac:spMk id="3" creationId="{00000000-0000-0000-0000-000000000000}"/>
          </ac:spMkLst>
        </pc:spChg>
        <pc:spChg chg="del">
          <ac:chgData name="Dalibor Radic" userId="740ea9d72ae4c724" providerId="LiveId" clId="{C2492F21-5D1E-4FE9-898E-4DF8251C31C1}" dt="2026-06-30T14:34:34.709" v="112" actId="478"/>
          <ac:spMkLst>
            <pc:docMk/>
            <pc:sldMk cId="0" sldId="263"/>
            <ac:spMk id="4" creationId="{00000000-0000-0000-0000-000000000000}"/>
          </ac:spMkLst>
        </pc:spChg>
        <pc:spChg chg="mod">
          <ac:chgData name="Dalibor Radic" userId="740ea9d72ae4c724" providerId="LiveId" clId="{C2492F21-5D1E-4FE9-898E-4DF8251C31C1}" dt="2026-06-30T14:35:35.993" v="126" actId="20577"/>
          <ac:spMkLst>
            <pc:docMk/>
            <pc:sldMk cId="0" sldId="263"/>
            <ac:spMk id="10" creationId="{00000000-0000-0000-0000-000000000000}"/>
          </ac:spMkLst>
        </pc:spChg>
        <pc:spChg chg="add del mod">
          <ac:chgData name="Dalibor Radic" userId="740ea9d72ae4c724" providerId="LiveId" clId="{C2492F21-5D1E-4FE9-898E-4DF8251C31C1}" dt="2026-06-30T14:30:19.649" v="55" actId="12084"/>
          <ac:spMkLst>
            <pc:docMk/>
            <pc:sldMk cId="0" sldId="263"/>
            <ac:spMk id="18" creationId="{34D1D2A9-A188-4145-01C7-E7CFB7734D87}"/>
          </ac:spMkLst>
        </pc:spChg>
        <pc:graphicFrameChg chg="add del mod">
          <ac:chgData name="Dalibor Radic" userId="740ea9d72ae4c724" providerId="LiveId" clId="{C2492F21-5D1E-4FE9-898E-4DF8251C31C1}" dt="2026-06-30T14:32:37.863" v="96" actId="478"/>
          <ac:graphicFrameMkLst>
            <pc:docMk/>
            <pc:sldMk cId="0" sldId="263"/>
            <ac:graphicFrameMk id="19" creationId="{566B816B-23C2-C3B8-E330-D74E21A7EDA9}"/>
          </ac:graphicFrameMkLst>
        </pc:graphicFrameChg>
        <pc:picChg chg="mod">
          <ac:chgData name="Dalibor Radic" userId="740ea9d72ae4c724" providerId="LiveId" clId="{C2492F21-5D1E-4FE9-898E-4DF8251C31C1}" dt="2026-06-30T14:34:20.490" v="110" actId="1076"/>
          <ac:picMkLst>
            <pc:docMk/>
            <pc:sldMk cId="0" sldId="263"/>
            <ac:picMk id="13" creationId="{984CD392-3578-8EBE-AAE6-D1AFA4DE9F31}"/>
          </ac:picMkLst>
        </pc:picChg>
        <pc:picChg chg="del mod">
          <ac:chgData name="Dalibor Radic" userId="740ea9d72ae4c724" providerId="LiveId" clId="{C2492F21-5D1E-4FE9-898E-4DF8251C31C1}" dt="2026-06-30T14:30:39.369" v="61" actId="21"/>
          <ac:picMkLst>
            <pc:docMk/>
            <pc:sldMk cId="0" sldId="263"/>
            <ac:picMk id="15" creationId="{252FB8C8-B4EB-35D2-1B8E-2AA945BA4A98}"/>
          </ac:picMkLst>
        </pc:picChg>
        <pc:picChg chg="mod">
          <ac:chgData name="Dalibor Radic" userId="740ea9d72ae4c724" providerId="LiveId" clId="{C2492F21-5D1E-4FE9-898E-4DF8251C31C1}" dt="2026-06-30T14:34:23.612" v="111" actId="1076"/>
          <ac:picMkLst>
            <pc:docMk/>
            <pc:sldMk cId="0" sldId="263"/>
            <ac:picMk id="17" creationId="{31B1ED8C-DAC0-2B77-6C22-7785CE6E95F8}"/>
          </ac:picMkLst>
        </pc:picChg>
        <pc:picChg chg="add mod modCrop">
          <ac:chgData name="Dalibor Radic" userId="740ea9d72ae4c724" providerId="LiveId" clId="{C2492F21-5D1E-4FE9-898E-4DF8251C31C1}" dt="2026-06-30T14:35:25.789" v="125" actId="1076"/>
          <ac:picMkLst>
            <pc:docMk/>
            <pc:sldMk cId="0" sldId="263"/>
            <ac:picMk id="21" creationId="{8DC30EB3-D02D-751D-2523-823FE812A6F0}"/>
          </ac:picMkLst>
        </pc:picChg>
      </pc:sldChg>
      <pc:sldChg chg="addSp delSp modSp mod">
        <pc:chgData name="Dalibor Radic" userId="740ea9d72ae4c724" providerId="LiveId" clId="{C2492F21-5D1E-4FE9-898E-4DF8251C31C1}" dt="2026-06-30T14:25:40.307" v="42" actId="1076"/>
        <pc:sldMkLst>
          <pc:docMk/>
          <pc:sldMk cId="66205246" sldId="267"/>
        </pc:sldMkLst>
        <pc:spChg chg="del mod">
          <ac:chgData name="Dalibor Radic" userId="740ea9d72ae4c724" providerId="LiveId" clId="{C2492F21-5D1E-4FE9-898E-4DF8251C31C1}" dt="2026-06-30T14:24:35.830" v="18" actId="12084"/>
          <ac:spMkLst>
            <pc:docMk/>
            <pc:sldMk cId="66205246" sldId="267"/>
            <ac:spMk id="22" creationId="{F9919CC9-2BAD-38CC-CFF5-5648B9BFE68A}"/>
          </ac:spMkLst>
        </pc:spChg>
        <pc:graphicFrameChg chg="add mod modGraphic">
          <ac:chgData name="Dalibor Radic" userId="740ea9d72ae4c724" providerId="LiveId" clId="{C2492F21-5D1E-4FE9-898E-4DF8251C31C1}" dt="2026-06-30T14:25:40.307" v="42" actId="1076"/>
          <ac:graphicFrameMkLst>
            <pc:docMk/>
            <pc:sldMk cId="66205246" sldId="267"/>
            <ac:graphicFrameMk id="23" creationId="{43DD582E-DFF6-2927-B7CF-D620250D71AC}"/>
          </ac:graphicFrameMkLst>
        </pc:graphicFrameChg>
      </pc:sldChg>
      <pc:sldChg chg="addSp delSp modSp add mod">
        <pc:chgData name="Dalibor Radic" userId="740ea9d72ae4c724" providerId="LiveId" clId="{C2492F21-5D1E-4FE9-898E-4DF8251C31C1}" dt="2026-06-30T14:34:05.449" v="109" actId="20577"/>
        <pc:sldMkLst>
          <pc:docMk/>
          <pc:sldMk cId="2206959582" sldId="270"/>
        </pc:sldMkLst>
        <pc:spChg chg="add del mod">
          <ac:chgData name="Dalibor Radic" userId="740ea9d72ae4c724" providerId="LiveId" clId="{C2492F21-5D1E-4FE9-898E-4DF8251C31C1}" dt="2026-06-30T14:33:23.635" v="100" actId="12084"/>
          <ac:spMkLst>
            <pc:docMk/>
            <pc:sldMk cId="2206959582" sldId="270"/>
            <ac:spMk id="6" creationId="{9A4BD34B-A0DF-9C6A-C0A2-F7F97F23009F}"/>
          </ac:spMkLst>
        </pc:spChg>
        <pc:spChg chg="del">
          <ac:chgData name="Dalibor Radic" userId="740ea9d72ae4c724" providerId="LiveId" clId="{C2492F21-5D1E-4FE9-898E-4DF8251C31C1}" dt="2026-06-30T14:32:09.770" v="74" actId="478"/>
          <ac:spMkLst>
            <pc:docMk/>
            <pc:sldMk cId="2206959582" sldId="270"/>
            <ac:spMk id="7" creationId="{8189132A-AD1C-D43A-F06E-F8E62B551044}"/>
          </ac:spMkLst>
        </pc:spChg>
        <pc:spChg chg="del">
          <ac:chgData name="Dalibor Radic" userId="740ea9d72ae4c724" providerId="LiveId" clId="{C2492F21-5D1E-4FE9-898E-4DF8251C31C1}" dt="2026-06-30T14:32:17.722" v="85" actId="478"/>
          <ac:spMkLst>
            <pc:docMk/>
            <pc:sldMk cId="2206959582" sldId="270"/>
            <ac:spMk id="8" creationId="{C56180D7-49EB-3696-5D82-0E172F794B9C}"/>
          </ac:spMkLst>
        </pc:spChg>
        <pc:spChg chg="del">
          <ac:chgData name="Dalibor Radic" userId="740ea9d72ae4c724" providerId="LiveId" clId="{C2492F21-5D1E-4FE9-898E-4DF8251C31C1}" dt="2026-06-30T14:32:19.041" v="86" actId="478"/>
          <ac:spMkLst>
            <pc:docMk/>
            <pc:sldMk cId="2206959582" sldId="270"/>
            <ac:spMk id="9" creationId="{827F08A4-33DE-E54D-6849-BDDBC37FA628}"/>
          </ac:spMkLst>
        </pc:spChg>
        <pc:spChg chg="del">
          <ac:chgData name="Dalibor Radic" userId="740ea9d72ae4c724" providerId="LiveId" clId="{C2492F21-5D1E-4FE9-898E-4DF8251C31C1}" dt="2026-06-30T14:32:10.412" v="75" actId="478"/>
          <ac:spMkLst>
            <pc:docMk/>
            <pc:sldMk cId="2206959582" sldId="270"/>
            <ac:spMk id="10" creationId="{900DBD6B-6EBE-D508-DE02-A9E27A9AC91B}"/>
          </ac:spMkLst>
        </pc:spChg>
        <pc:spChg chg="del">
          <ac:chgData name="Dalibor Radic" userId="740ea9d72ae4c724" providerId="LiveId" clId="{C2492F21-5D1E-4FE9-898E-4DF8251C31C1}" dt="2026-06-30T14:32:17.023" v="84" actId="478"/>
          <ac:spMkLst>
            <pc:docMk/>
            <pc:sldMk cId="2206959582" sldId="270"/>
            <ac:spMk id="11" creationId="{A3607673-4089-4485-E4B3-D0C2EF4F826B}"/>
          </ac:spMkLst>
        </pc:spChg>
        <pc:spChg chg="del">
          <ac:chgData name="Dalibor Radic" userId="740ea9d72ae4c724" providerId="LiveId" clId="{C2492F21-5D1E-4FE9-898E-4DF8251C31C1}" dt="2026-06-30T14:32:20.019" v="87" actId="478"/>
          <ac:spMkLst>
            <pc:docMk/>
            <pc:sldMk cId="2206959582" sldId="270"/>
            <ac:spMk id="12" creationId="{7CE23BCC-EEB9-2364-B3ED-2C277321EC2B}"/>
          </ac:spMkLst>
        </pc:spChg>
        <pc:spChg chg="del">
          <ac:chgData name="Dalibor Radic" userId="740ea9d72ae4c724" providerId="LiveId" clId="{C2492F21-5D1E-4FE9-898E-4DF8251C31C1}" dt="2026-06-30T14:32:10.982" v="76" actId="478"/>
          <ac:spMkLst>
            <pc:docMk/>
            <pc:sldMk cId="2206959582" sldId="270"/>
            <ac:spMk id="13" creationId="{16C8A9E7-ED96-867F-D7AF-D6252414976B}"/>
          </ac:spMkLst>
        </pc:spChg>
        <pc:spChg chg="del">
          <ac:chgData name="Dalibor Radic" userId="740ea9d72ae4c724" providerId="LiveId" clId="{C2492F21-5D1E-4FE9-898E-4DF8251C31C1}" dt="2026-06-30T14:32:16.285" v="83" actId="478"/>
          <ac:spMkLst>
            <pc:docMk/>
            <pc:sldMk cId="2206959582" sldId="270"/>
            <ac:spMk id="14" creationId="{A1C5656E-7BD6-436F-356F-BD773662C0C1}"/>
          </ac:spMkLst>
        </pc:spChg>
        <pc:spChg chg="del">
          <ac:chgData name="Dalibor Radic" userId="740ea9d72ae4c724" providerId="LiveId" clId="{C2492F21-5D1E-4FE9-898E-4DF8251C31C1}" dt="2026-06-30T14:32:21.950" v="88" actId="478"/>
          <ac:spMkLst>
            <pc:docMk/>
            <pc:sldMk cId="2206959582" sldId="270"/>
            <ac:spMk id="15" creationId="{30F53AE4-5F7C-5FFA-0908-28EA7F88B42D}"/>
          </ac:spMkLst>
        </pc:spChg>
        <pc:spChg chg="del">
          <ac:chgData name="Dalibor Radic" userId="740ea9d72ae4c724" providerId="LiveId" clId="{C2492F21-5D1E-4FE9-898E-4DF8251C31C1}" dt="2026-06-30T14:32:11.411" v="77" actId="478"/>
          <ac:spMkLst>
            <pc:docMk/>
            <pc:sldMk cId="2206959582" sldId="270"/>
            <ac:spMk id="16" creationId="{A4E63025-C843-09B5-C11D-1EA547392CFC}"/>
          </ac:spMkLst>
        </pc:spChg>
        <pc:spChg chg="del">
          <ac:chgData name="Dalibor Radic" userId="740ea9d72ae4c724" providerId="LiveId" clId="{C2492F21-5D1E-4FE9-898E-4DF8251C31C1}" dt="2026-06-30T14:32:15.209" v="82" actId="478"/>
          <ac:spMkLst>
            <pc:docMk/>
            <pc:sldMk cId="2206959582" sldId="270"/>
            <ac:spMk id="17" creationId="{0A387F0E-222D-2D70-552F-4465BB208357}"/>
          </ac:spMkLst>
        </pc:spChg>
        <pc:spChg chg="del">
          <ac:chgData name="Dalibor Radic" userId="740ea9d72ae4c724" providerId="LiveId" clId="{C2492F21-5D1E-4FE9-898E-4DF8251C31C1}" dt="2026-06-30T14:32:22.859" v="89" actId="478"/>
          <ac:spMkLst>
            <pc:docMk/>
            <pc:sldMk cId="2206959582" sldId="270"/>
            <ac:spMk id="18" creationId="{7EE2AA2E-4757-9929-1AAE-E271D8AD9E98}"/>
          </ac:spMkLst>
        </pc:spChg>
        <pc:spChg chg="del">
          <ac:chgData name="Dalibor Radic" userId="740ea9d72ae4c724" providerId="LiveId" clId="{C2492F21-5D1E-4FE9-898E-4DF8251C31C1}" dt="2026-06-30T14:32:11.889" v="78" actId="478"/>
          <ac:spMkLst>
            <pc:docMk/>
            <pc:sldMk cId="2206959582" sldId="270"/>
            <ac:spMk id="19" creationId="{9F2E0789-485B-72DF-8F72-5D49F833C7D3}"/>
          </ac:spMkLst>
        </pc:spChg>
        <pc:spChg chg="del">
          <ac:chgData name="Dalibor Radic" userId="740ea9d72ae4c724" providerId="LiveId" clId="{C2492F21-5D1E-4FE9-898E-4DF8251C31C1}" dt="2026-06-30T14:32:14.220" v="81" actId="478"/>
          <ac:spMkLst>
            <pc:docMk/>
            <pc:sldMk cId="2206959582" sldId="270"/>
            <ac:spMk id="20" creationId="{468D6EA5-2252-A568-1F02-537BC822EE9F}"/>
          </ac:spMkLst>
        </pc:spChg>
        <pc:spChg chg="del">
          <ac:chgData name="Dalibor Radic" userId="740ea9d72ae4c724" providerId="LiveId" clId="{C2492F21-5D1E-4FE9-898E-4DF8251C31C1}" dt="2026-06-30T14:32:24.069" v="90" actId="478"/>
          <ac:spMkLst>
            <pc:docMk/>
            <pc:sldMk cId="2206959582" sldId="270"/>
            <ac:spMk id="21" creationId="{C52EB276-1523-669C-8351-EE420586F310}"/>
          </ac:spMkLst>
        </pc:spChg>
        <pc:spChg chg="del">
          <ac:chgData name="Dalibor Radic" userId="740ea9d72ae4c724" providerId="LiveId" clId="{C2492F21-5D1E-4FE9-898E-4DF8251C31C1}" dt="2026-06-30T14:32:12.309" v="79" actId="478"/>
          <ac:spMkLst>
            <pc:docMk/>
            <pc:sldMk cId="2206959582" sldId="270"/>
            <ac:spMk id="22" creationId="{45A04C7D-7B89-E80D-E97E-CB43C30840ED}"/>
          </ac:spMkLst>
        </pc:spChg>
        <pc:spChg chg="del">
          <ac:chgData name="Dalibor Radic" userId="740ea9d72ae4c724" providerId="LiveId" clId="{C2492F21-5D1E-4FE9-898E-4DF8251C31C1}" dt="2026-06-30T14:32:13.370" v="80" actId="478"/>
          <ac:spMkLst>
            <pc:docMk/>
            <pc:sldMk cId="2206959582" sldId="270"/>
            <ac:spMk id="23" creationId="{2B9DE361-D282-CA5A-2E9A-F9781218AD1B}"/>
          </ac:spMkLst>
        </pc:spChg>
        <pc:spChg chg="del">
          <ac:chgData name="Dalibor Radic" userId="740ea9d72ae4c724" providerId="LiveId" clId="{C2492F21-5D1E-4FE9-898E-4DF8251C31C1}" dt="2026-06-30T14:32:25.202" v="91" actId="478"/>
          <ac:spMkLst>
            <pc:docMk/>
            <pc:sldMk cId="2206959582" sldId="270"/>
            <ac:spMk id="24" creationId="{06EA54F0-025C-A409-325C-223AF0842FA2}"/>
          </ac:spMkLst>
        </pc:spChg>
        <pc:spChg chg="del">
          <ac:chgData name="Dalibor Radic" userId="740ea9d72ae4c724" providerId="LiveId" clId="{C2492F21-5D1E-4FE9-898E-4DF8251C31C1}" dt="2026-06-30T14:32:26.319" v="92" actId="478"/>
          <ac:spMkLst>
            <pc:docMk/>
            <pc:sldMk cId="2206959582" sldId="270"/>
            <ac:spMk id="25" creationId="{28B4165D-CF72-F551-7300-83EE6F67A6C4}"/>
          </ac:spMkLst>
        </pc:spChg>
        <pc:spChg chg="del">
          <ac:chgData name="Dalibor Radic" userId="740ea9d72ae4c724" providerId="LiveId" clId="{C2492F21-5D1E-4FE9-898E-4DF8251C31C1}" dt="2026-06-30T14:32:27.469" v="93" actId="478"/>
          <ac:spMkLst>
            <pc:docMk/>
            <pc:sldMk cId="2206959582" sldId="270"/>
            <ac:spMk id="26" creationId="{DA939EF6-984B-3923-E021-9E456D26FEC6}"/>
          </ac:spMkLst>
        </pc:spChg>
        <pc:graphicFrameChg chg="add mod modGraphic">
          <ac:chgData name="Dalibor Radic" userId="740ea9d72ae4c724" providerId="LiveId" clId="{C2492F21-5D1E-4FE9-898E-4DF8251C31C1}" dt="2026-06-30T14:34:05.449" v="109" actId="20577"/>
          <ac:graphicFrameMkLst>
            <pc:docMk/>
            <pc:sldMk cId="2206959582" sldId="270"/>
            <ac:graphicFrameMk id="28" creationId="{B041776C-1B13-EA5E-766F-63EB39302EEF}"/>
          </ac:graphicFrameMkLst>
        </pc:graphicFrameChg>
        <pc:picChg chg="add mod">
          <ac:chgData name="Dalibor Radic" userId="740ea9d72ae4c724" providerId="LiveId" clId="{C2492F21-5D1E-4FE9-898E-4DF8251C31C1}" dt="2026-06-30T14:32:48.499" v="98"/>
          <ac:picMkLst>
            <pc:docMk/>
            <pc:sldMk cId="2206959582" sldId="270"/>
            <ac:picMk id="27" creationId="{252FB8C8-B4EB-35D2-1B8E-2AA945BA4A98}"/>
          </ac:picMkLst>
        </pc:picChg>
        <pc:picChg chg="del">
          <ac:chgData name="Dalibor Radic" userId="740ea9d72ae4c724" providerId="LiveId" clId="{C2492F21-5D1E-4FE9-898E-4DF8251C31C1}" dt="2026-06-30T14:32:28.130" v="94" actId="478"/>
          <ac:picMkLst>
            <pc:docMk/>
            <pc:sldMk cId="2206959582" sldId="270"/>
            <ac:picMk id="29" creationId="{43218913-11C7-CECF-2EE5-FF38A261E628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0E2693-1EA4-4E9A-BB68-D8971043C17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26B1E2-7B40-4925-A46A-4C8596CFDEE0}">
      <dgm:prSet/>
      <dgm:spPr/>
      <dgm:t>
        <a:bodyPr/>
        <a:lstStyle/>
        <a:p>
          <a:r>
            <a:rPr lang="en-US" b="1" dirty="0"/>
            <a:t>3S1P Li-ion </a:t>
          </a:r>
          <a:r>
            <a:rPr lang="en-US" b="1" dirty="0" err="1"/>
            <a:t>baterijski</a:t>
          </a:r>
          <a:r>
            <a:rPr lang="en-US" b="1" dirty="0"/>
            <a:t> pack</a:t>
          </a:r>
          <a:r>
            <a:rPr lang="en-US" dirty="0"/>
            <a:t>, </a:t>
          </a:r>
          <a:r>
            <a:rPr lang="en-US" dirty="0" err="1"/>
            <a:t>nominalnog</a:t>
          </a:r>
          <a:r>
            <a:rPr lang="en-US" dirty="0"/>
            <a:t> </a:t>
          </a:r>
          <a:r>
            <a:rPr lang="en-US" dirty="0" err="1"/>
            <a:t>napona</a:t>
          </a:r>
          <a:r>
            <a:rPr lang="en-US" dirty="0"/>
            <a:t> </a:t>
          </a:r>
          <a:r>
            <a:rPr lang="en-US" b="1" dirty="0"/>
            <a:t>11.1 V</a:t>
          </a:r>
          <a:r>
            <a:rPr lang="en-US" dirty="0"/>
            <a:t> i </a:t>
          </a:r>
          <a:r>
            <a:rPr lang="en-US" dirty="0" err="1"/>
            <a:t>maksimalnog</a:t>
          </a:r>
          <a:r>
            <a:rPr lang="en-US" dirty="0"/>
            <a:t> </a:t>
          </a:r>
          <a:r>
            <a:rPr lang="en-US" dirty="0" err="1"/>
            <a:t>napona</a:t>
          </a:r>
          <a:r>
            <a:rPr lang="en-US" dirty="0"/>
            <a:t> </a:t>
          </a:r>
          <a:r>
            <a:rPr lang="en-US" b="1" dirty="0"/>
            <a:t>12.6 V</a:t>
          </a:r>
          <a:r>
            <a:rPr lang="en-US" dirty="0"/>
            <a:t> </a:t>
          </a:r>
          <a:r>
            <a:rPr lang="en-US" dirty="0" err="1"/>
            <a:t>kada</a:t>
          </a:r>
          <a:r>
            <a:rPr lang="en-US" dirty="0"/>
            <a:t> je </a:t>
          </a:r>
          <a:r>
            <a:rPr lang="en-US" dirty="0" err="1"/>
            <a:t>potpuno</a:t>
          </a:r>
          <a:r>
            <a:rPr lang="en-US" dirty="0"/>
            <a:t> </a:t>
          </a:r>
          <a:r>
            <a:rPr lang="en-US" dirty="0" err="1"/>
            <a:t>napunjen</a:t>
          </a:r>
          <a:r>
            <a:rPr lang="en-US" dirty="0"/>
            <a:t>. </a:t>
          </a:r>
          <a:r>
            <a:rPr lang="en-US" dirty="0" err="1"/>
            <a:t>Ovaj</a:t>
          </a:r>
          <a:r>
            <a:rPr lang="en-US" dirty="0"/>
            <a:t> </a:t>
          </a:r>
          <a:r>
            <a:rPr lang="en-US" dirty="0" err="1"/>
            <a:t>napon</a:t>
          </a:r>
          <a:r>
            <a:rPr lang="en-US" dirty="0"/>
            <a:t> se </a:t>
          </a:r>
          <a:r>
            <a:rPr lang="en-US" dirty="0" err="1"/>
            <a:t>preko</a:t>
          </a:r>
          <a:r>
            <a:rPr lang="en-US" dirty="0"/>
            <a:t> </a:t>
          </a:r>
          <a:r>
            <a:rPr lang="en-US" dirty="0" err="1"/>
            <a:t>zaštitnog</a:t>
          </a:r>
          <a:r>
            <a:rPr lang="en-US" dirty="0"/>
            <a:t> </a:t>
          </a:r>
          <a:r>
            <a:rPr lang="en-US" dirty="0" err="1"/>
            <a:t>bloka</a:t>
          </a:r>
          <a:r>
            <a:rPr lang="en-US" dirty="0"/>
            <a:t> i </a:t>
          </a:r>
          <a:r>
            <a:rPr lang="en-US" b="1" dirty="0"/>
            <a:t>TSR 1-2450 step-down </a:t>
          </a:r>
          <a:r>
            <a:rPr lang="en-US" b="1" dirty="0" err="1"/>
            <a:t>regulatora</a:t>
          </a:r>
          <a:r>
            <a:rPr lang="en-US" dirty="0"/>
            <a:t> </a:t>
          </a:r>
          <a:r>
            <a:rPr lang="en-US" dirty="0" err="1"/>
            <a:t>spušta</a:t>
          </a:r>
          <a:r>
            <a:rPr lang="en-US" dirty="0"/>
            <a:t> </a:t>
          </a:r>
          <a:r>
            <a:rPr lang="en-US" dirty="0" err="1"/>
            <a:t>na</a:t>
          </a:r>
          <a:r>
            <a:rPr lang="en-US" dirty="0"/>
            <a:t> </a:t>
          </a:r>
          <a:r>
            <a:rPr lang="en-US" dirty="0" err="1"/>
            <a:t>stabilnih</a:t>
          </a:r>
          <a:r>
            <a:rPr lang="en-US" dirty="0"/>
            <a:t> </a:t>
          </a:r>
          <a:r>
            <a:rPr lang="en-US" b="1" dirty="0"/>
            <a:t>5 V</a:t>
          </a:r>
          <a:r>
            <a:rPr lang="en-US" dirty="0"/>
            <a:t> za </a:t>
          </a:r>
          <a:r>
            <a:rPr lang="en-US" dirty="0" err="1"/>
            <a:t>napajanje</a:t>
          </a:r>
          <a:r>
            <a:rPr lang="en-US" dirty="0"/>
            <a:t> </a:t>
          </a:r>
          <a:r>
            <a:rPr lang="en-US" dirty="0" err="1"/>
            <a:t>elektronike</a:t>
          </a:r>
          <a:r>
            <a:rPr lang="en-US" dirty="0"/>
            <a:t> i LED </a:t>
          </a:r>
          <a:r>
            <a:rPr lang="en-US" dirty="0" err="1"/>
            <a:t>dioda</a:t>
          </a:r>
          <a:r>
            <a:rPr lang="en-US" dirty="0"/>
            <a:t>.</a:t>
          </a:r>
        </a:p>
      </dgm:t>
    </dgm:pt>
    <dgm:pt modelId="{829C334A-6C68-4ED8-893C-A3CBD790C808}" type="parTrans" cxnId="{52FADFBA-BD68-4830-AAF6-90EA6246FDBE}">
      <dgm:prSet/>
      <dgm:spPr/>
      <dgm:t>
        <a:bodyPr/>
        <a:lstStyle/>
        <a:p>
          <a:endParaRPr lang="en-US"/>
        </a:p>
      </dgm:t>
    </dgm:pt>
    <dgm:pt modelId="{1A2F7B05-DDD8-40D4-95CB-0B82E957CB36}" type="sibTrans" cxnId="{52FADFBA-BD68-4830-AAF6-90EA6246FDBE}">
      <dgm:prSet/>
      <dgm:spPr/>
      <dgm:t>
        <a:bodyPr/>
        <a:lstStyle/>
        <a:p>
          <a:endParaRPr lang="en-US"/>
        </a:p>
      </dgm:t>
    </dgm:pt>
    <dgm:pt modelId="{207488AD-4225-45E1-ABE5-65E6705D6D65}" type="pres">
      <dgm:prSet presAssocID="{210E2693-1EA4-4E9A-BB68-D8971043C174}" presName="linearFlow" presStyleCnt="0">
        <dgm:presLayoutVars>
          <dgm:dir/>
          <dgm:resizeHandles val="exact"/>
        </dgm:presLayoutVars>
      </dgm:prSet>
      <dgm:spPr/>
    </dgm:pt>
    <dgm:pt modelId="{BAEF7A22-5438-4F0B-A21F-EF5813BDBB3A}" type="pres">
      <dgm:prSet presAssocID="{CE26B1E2-7B40-4925-A46A-4C8596CFDEE0}" presName="composite" presStyleCnt="0"/>
      <dgm:spPr/>
    </dgm:pt>
    <dgm:pt modelId="{DACFEFEE-BD82-4B1F-9B82-5D77D867E7E9}" type="pres">
      <dgm:prSet presAssocID="{CE26B1E2-7B40-4925-A46A-4C8596CFDEE0}" presName="imgShp" presStyleLbl="fgImgPlace1" presStyleIdx="0" presStyleCnt="1" custScaleX="112431" custScaleY="111838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B62002DD-D583-4C97-A03A-D2CCB9DE2633}" type="pres">
      <dgm:prSet presAssocID="{CE26B1E2-7B40-4925-A46A-4C8596CFDEE0}" presName="txShp" presStyleLbl="node1" presStyleIdx="0" presStyleCnt="1">
        <dgm:presLayoutVars>
          <dgm:bulletEnabled val="1"/>
        </dgm:presLayoutVars>
      </dgm:prSet>
      <dgm:spPr/>
    </dgm:pt>
  </dgm:ptLst>
  <dgm:cxnLst>
    <dgm:cxn modelId="{D70A811D-E3B6-45FC-99A9-83C808F2B620}" type="presOf" srcId="{210E2693-1EA4-4E9A-BB68-D8971043C174}" destId="{207488AD-4225-45E1-ABE5-65E6705D6D65}" srcOrd="0" destOrd="0" presId="urn:microsoft.com/office/officeart/2005/8/layout/vList3"/>
    <dgm:cxn modelId="{52FADFBA-BD68-4830-AAF6-90EA6246FDBE}" srcId="{210E2693-1EA4-4E9A-BB68-D8971043C174}" destId="{CE26B1E2-7B40-4925-A46A-4C8596CFDEE0}" srcOrd="0" destOrd="0" parTransId="{829C334A-6C68-4ED8-893C-A3CBD790C808}" sibTransId="{1A2F7B05-DDD8-40D4-95CB-0B82E957CB36}"/>
    <dgm:cxn modelId="{690A0ACD-3372-4B6C-ADFC-BDB6D31D2127}" type="presOf" srcId="{CE26B1E2-7B40-4925-A46A-4C8596CFDEE0}" destId="{B62002DD-D583-4C97-A03A-D2CCB9DE2633}" srcOrd="0" destOrd="0" presId="urn:microsoft.com/office/officeart/2005/8/layout/vList3"/>
    <dgm:cxn modelId="{29476C59-B644-4BA1-ACD0-BA873DF82CAC}" type="presParOf" srcId="{207488AD-4225-45E1-ABE5-65E6705D6D65}" destId="{BAEF7A22-5438-4F0B-A21F-EF5813BDBB3A}" srcOrd="0" destOrd="0" presId="urn:microsoft.com/office/officeart/2005/8/layout/vList3"/>
    <dgm:cxn modelId="{60042C96-D20B-4AB5-8DBC-5795D52E68C5}" type="presParOf" srcId="{BAEF7A22-5438-4F0B-A21F-EF5813BDBB3A}" destId="{DACFEFEE-BD82-4B1F-9B82-5D77D867E7E9}" srcOrd="0" destOrd="0" presId="urn:microsoft.com/office/officeart/2005/8/layout/vList3"/>
    <dgm:cxn modelId="{FDABCAE0-ED06-48F0-91EC-9E257D943A4A}" type="presParOf" srcId="{BAEF7A22-5438-4F0B-A21F-EF5813BDBB3A}" destId="{B62002DD-D583-4C97-A03A-D2CCB9DE263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09FD92-5482-4CEF-AF6B-C4606265C77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565C83-0DD1-4740-B2AD-B4F61BB4FC6A}">
      <dgm:prSet/>
      <dgm:spPr>
        <a:solidFill>
          <a:srgbClr val="4F7B59"/>
        </a:solidFill>
      </dgm:spPr>
      <dgm:t>
        <a:bodyPr/>
        <a:lstStyle/>
        <a:p>
          <a:r>
            <a:rPr lang="en-US" b="1"/>
            <a:t>NE555</a:t>
          </a:r>
          <a:r>
            <a:rPr lang="en-US"/>
            <a:t> radi kao oscilator i pravi clock impulse. Brzina impulsa zavisi od otpornika </a:t>
          </a:r>
          <a:r>
            <a:rPr lang="en-US" b="1"/>
            <a:t>R4, R2, R3</a:t>
          </a:r>
          <a:r>
            <a:rPr lang="en-US"/>
            <a:t> i kondenzatora </a:t>
          </a:r>
          <a:r>
            <a:rPr lang="en-US" b="1"/>
            <a:t>C2</a:t>
          </a:r>
          <a:r>
            <a:rPr lang="en-US"/>
            <a:t>. Ti impulsi izlaze sa pina 3 i idu na </a:t>
          </a:r>
          <a:r>
            <a:rPr lang="en-US" b="1"/>
            <a:t>74HC595</a:t>
          </a:r>
          <a:r>
            <a:rPr lang="en-US"/>
            <a:t>.</a:t>
          </a:r>
        </a:p>
      </dgm:t>
    </dgm:pt>
    <dgm:pt modelId="{5A8D4CAF-78E8-4122-912E-268D59D542F5}" type="parTrans" cxnId="{406821B9-AD58-4C2A-9A52-5B14A795DC50}">
      <dgm:prSet/>
      <dgm:spPr/>
      <dgm:t>
        <a:bodyPr/>
        <a:lstStyle/>
        <a:p>
          <a:endParaRPr lang="en-US"/>
        </a:p>
      </dgm:t>
    </dgm:pt>
    <dgm:pt modelId="{AD9DB400-4595-4E88-AB89-B32A31736456}" type="sibTrans" cxnId="{406821B9-AD58-4C2A-9A52-5B14A795DC50}">
      <dgm:prSet/>
      <dgm:spPr/>
      <dgm:t>
        <a:bodyPr/>
        <a:lstStyle/>
        <a:p>
          <a:endParaRPr lang="en-US"/>
        </a:p>
      </dgm:t>
    </dgm:pt>
    <dgm:pt modelId="{FD0E2609-37D4-49E3-90E3-8CC14DEAEDBE}">
      <dgm:prSet/>
      <dgm:spPr>
        <a:solidFill>
          <a:srgbClr val="4F7B59"/>
        </a:solidFill>
      </dgm:spPr>
      <dgm:t>
        <a:bodyPr/>
        <a:lstStyle/>
        <a:p>
          <a:r>
            <a:rPr lang="en-US" b="1" dirty="0"/>
            <a:t>74HC595</a:t>
          </a:r>
          <a:r>
            <a:rPr lang="en-US" dirty="0"/>
            <a:t> prima clock signal i </a:t>
          </a:r>
          <a:r>
            <a:rPr lang="en-US" dirty="0" err="1"/>
            <a:t>pomera</a:t>
          </a:r>
          <a:r>
            <a:rPr lang="en-US" dirty="0"/>
            <a:t> </a:t>
          </a:r>
          <a:r>
            <a:rPr lang="en-US" dirty="0" err="1"/>
            <a:t>logičku</a:t>
          </a:r>
          <a:r>
            <a:rPr lang="en-US" dirty="0"/>
            <a:t> </a:t>
          </a:r>
          <a:r>
            <a:rPr lang="en-US" dirty="0" err="1"/>
            <a:t>jedinicu</a:t>
          </a:r>
          <a:r>
            <a:rPr lang="en-US" dirty="0"/>
            <a:t> </a:t>
          </a:r>
          <a:r>
            <a:rPr lang="en-US" dirty="0" err="1"/>
            <a:t>kroz</a:t>
          </a:r>
          <a:r>
            <a:rPr lang="en-US" dirty="0"/>
            <a:t> </a:t>
          </a:r>
          <a:r>
            <a:rPr lang="en-US" dirty="0" err="1"/>
            <a:t>izlaze</a:t>
          </a:r>
          <a:r>
            <a:rPr lang="en-US" dirty="0"/>
            <a:t> </a:t>
          </a:r>
          <a:r>
            <a:rPr lang="en-US" b="1" dirty="0"/>
            <a:t>QA–QH</a:t>
          </a:r>
          <a:r>
            <a:rPr lang="en-US" dirty="0"/>
            <a:t>, pa se LED </a:t>
          </a:r>
          <a:r>
            <a:rPr lang="en-US" dirty="0" err="1"/>
            <a:t>segmenti</a:t>
          </a:r>
          <a:r>
            <a:rPr lang="en-US" dirty="0"/>
            <a:t> pale </a:t>
          </a:r>
          <a:r>
            <a:rPr lang="en-US" dirty="0" err="1"/>
            <a:t>redom</a:t>
          </a:r>
          <a:r>
            <a:rPr lang="en-US" dirty="0"/>
            <a:t>: </a:t>
          </a:r>
          <a:r>
            <a:rPr lang="en-US" dirty="0" err="1"/>
            <a:t>prvo</a:t>
          </a:r>
          <a:r>
            <a:rPr lang="en-US" dirty="0"/>
            <a:t> 1, </a:t>
          </a:r>
          <a:r>
            <a:rPr lang="en-US" dirty="0" err="1"/>
            <a:t>zatim</a:t>
          </a:r>
          <a:r>
            <a:rPr lang="en-US" dirty="0"/>
            <a:t> 1+2, </a:t>
          </a:r>
          <a:r>
            <a:rPr lang="en-US" dirty="0" err="1"/>
            <a:t>zatim</a:t>
          </a:r>
          <a:r>
            <a:rPr lang="en-US" dirty="0"/>
            <a:t> 1+2+3, </a:t>
          </a:r>
          <a:r>
            <a:rPr lang="en-US" dirty="0" err="1"/>
            <a:t>sve</a:t>
          </a:r>
          <a:r>
            <a:rPr lang="en-US" dirty="0"/>
            <a:t> do 8 LED </a:t>
          </a:r>
          <a:r>
            <a:rPr lang="en-US" dirty="0" err="1"/>
            <a:t>dioda</a:t>
          </a:r>
          <a:r>
            <a:rPr lang="en-US" dirty="0"/>
            <a:t>.</a:t>
          </a:r>
        </a:p>
      </dgm:t>
    </dgm:pt>
    <dgm:pt modelId="{4973EF00-5018-4BDB-97FF-4B0B0160D0E2}" type="parTrans" cxnId="{B35EE5F2-2EC4-4DFB-A890-B68A5F7AFF6B}">
      <dgm:prSet/>
      <dgm:spPr/>
      <dgm:t>
        <a:bodyPr/>
        <a:lstStyle/>
        <a:p>
          <a:endParaRPr lang="en-US"/>
        </a:p>
      </dgm:t>
    </dgm:pt>
    <dgm:pt modelId="{B981E587-6C47-4296-91C2-938931D4DAC1}" type="sibTrans" cxnId="{B35EE5F2-2EC4-4DFB-A890-B68A5F7AFF6B}">
      <dgm:prSet/>
      <dgm:spPr/>
      <dgm:t>
        <a:bodyPr/>
        <a:lstStyle/>
        <a:p>
          <a:endParaRPr lang="en-US"/>
        </a:p>
      </dgm:t>
    </dgm:pt>
    <dgm:pt modelId="{1B9D0809-5BD3-4D90-BA92-5F08A3B2EC01}">
      <dgm:prSet/>
      <dgm:spPr>
        <a:solidFill>
          <a:srgbClr val="4F7B59"/>
        </a:solidFill>
      </dgm:spPr>
      <dgm:t>
        <a:bodyPr/>
        <a:lstStyle/>
        <a:p>
          <a:r>
            <a:rPr lang="en-US" b="1" dirty="0"/>
            <a:t>ULN2803A</a:t>
          </a:r>
          <a:r>
            <a:rPr lang="en-US" dirty="0"/>
            <a:t> je </a:t>
          </a:r>
          <a:r>
            <a:rPr lang="en-US" dirty="0" err="1"/>
            <a:t>drajver</a:t>
          </a:r>
          <a:r>
            <a:rPr lang="en-US" dirty="0"/>
            <a:t> za LED diode. On ne </a:t>
          </a:r>
          <a:r>
            <a:rPr lang="en-US" dirty="0" err="1"/>
            <a:t>daje</a:t>
          </a:r>
          <a:r>
            <a:rPr lang="en-US" dirty="0"/>
            <a:t> plus, </a:t>
          </a:r>
          <a:r>
            <a:rPr lang="en-US" dirty="0" err="1"/>
            <a:t>nego</a:t>
          </a:r>
          <a:r>
            <a:rPr lang="en-US" dirty="0"/>
            <a:t> </a:t>
          </a:r>
          <a:r>
            <a:rPr lang="en-US" dirty="0" err="1"/>
            <a:t>kada</a:t>
          </a:r>
          <a:r>
            <a:rPr lang="en-US" dirty="0"/>
            <a:t> </a:t>
          </a:r>
          <a:r>
            <a:rPr lang="en-US" dirty="0" err="1"/>
            <a:t>dobije</a:t>
          </a:r>
          <a:r>
            <a:rPr lang="en-US" dirty="0"/>
            <a:t> signal </a:t>
          </a:r>
          <a:r>
            <a:rPr lang="en-US" dirty="0" err="1"/>
            <a:t>sa</a:t>
          </a:r>
          <a:r>
            <a:rPr lang="en-US" dirty="0"/>
            <a:t> 74HC595, </a:t>
          </a:r>
          <a:r>
            <a:rPr lang="en-US" dirty="0" err="1"/>
            <a:t>povezuje</a:t>
          </a:r>
          <a:r>
            <a:rPr lang="en-US" dirty="0"/>
            <a:t> </a:t>
          </a:r>
          <a:r>
            <a:rPr lang="en-US" dirty="0" err="1"/>
            <a:t>odgovarajući</a:t>
          </a:r>
          <a:r>
            <a:rPr lang="en-US" dirty="0"/>
            <a:t> </a:t>
          </a:r>
          <a:r>
            <a:rPr lang="en-US" dirty="0" err="1"/>
            <a:t>izlaz</a:t>
          </a:r>
          <a:r>
            <a:rPr lang="en-US" dirty="0"/>
            <a:t> </a:t>
          </a:r>
          <a:r>
            <a:rPr lang="en-US" dirty="0" err="1"/>
            <a:t>na</a:t>
          </a:r>
          <a:r>
            <a:rPr lang="en-US" dirty="0"/>
            <a:t> </a:t>
          </a:r>
          <a:r>
            <a:rPr lang="en-US" dirty="0" err="1"/>
            <a:t>masu</a:t>
          </a:r>
          <a:r>
            <a:rPr lang="en-US" dirty="0"/>
            <a:t>  i time </a:t>
          </a:r>
          <a:r>
            <a:rPr lang="en-US" dirty="0" err="1"/>
            <a:t>uključi</a:t>
          </a:r>
          <a:r>
            <a:rPr lang="en-US" dirty="0"/>
            <a:t> LED.</a:t>
          </a:r>
        </a:p>
      </dgm:t>
    </dgm:pt>
    <dgm:pt modelId="{47F4AF3F-1BAC-4444-9712-F4542444FFAC}" type="parTrans" cxnId="{37FEE229-E00B-4A16-98F5-EBA8A85F84EE}">
      <dgm:prSet/>
      <dgm:spPr/>
      <dgm:t>
        <a:bodyPr/>
        <a:lstStyle/>
        <a:p>
          <a:endParaRPr lang="en-US"/>
        </a:p>
      </dgm:t>
    </dgm:pt>
    <dgm:pt modelId="{C222967A-6569-4BB7-B517-6790E2776EFC}" type="sibTrans" cxnId="{37FEE229-E00B-4A16-98F5-EBA8A85F84EE}">
      <dgm:prSet/>
      <dgm:spPr/>
      <dgm:t>
        <a:bodyPr/>
        <a:lstStyle/>
        <a:p>
          <a:endParaRPr lang="en-US"/>
        </a:p>
      </dgm:t>
    </dgm:pt>
    <dgm:pt modelId="{3AB3B364-431A-41E0-97F9-00FEDAF4A667}">
      <dgm:prSet/>
      <dgm:spPr>
        <a:solidFill>
          <a:srgbClr val="4F7B59"/>
        </a:solidFill>
      </dgm:spPr>
      <dgm:t>
        <a:bodyPr/>
        <a:lstStyle/>
        <a:p>
          <a:r>
            <a:rPr lang="en-US" b="1" dirty="0"/>
            <a:t>Q1 BC547</a:t>
          </a:r>
          <a:r>
            <a:rPr lang="en-US" dirty="0"/>
            <a:t> </a:t>
          </a:r>
          <a:r>
            <a:rPr lang="en-US" dirty="0" err="1"/>
            <a:t>služi</a:t>
          </a:r>
          <a:r>
            <a:rPr lang="en-US" dirty="0"/>
            <a:t> za reset. Kada </a:t>
          </a:r>
          <a:r>
            <a:rPr lang="en-US" dirty="0" err="1"/>
            <a:t>sekvenca</a:t>
          </a:r>
          <a:r>
            <a:rPr lang="en-US" dirty="0"/>
            <a:t> </a:t>
          </a:r>
          <a:r>
            <a:rPr lang="en-US" dirty="0" err="1"/>
            <a:t>dođe</a:t>
          </a:r>
          <a:r>
            <a:rPr lang="en-US" dirty="0"/>
            <a:t> do </a:t>
          </a:r>
          <a:r>
            <a:rPr lang="en-US" dirty="0" err="1"/>
            <a:t>poslednjeg</a:t>
          </a:r>
          <a:r>
            <a:rPr lang="en-US" dirty="0"/>
            <a:t> </a:t>
          </a:r>
          <a:r>
            <a:rPr lang="en-US" dirty="0" err="1"/>
            <a:t>izlaza</a:t>
          </a:r>
          <a:r>
            <a:rPr lang="en-US" dirty="0"/>
            <a:t> </a:t>
          </a:r>
          <a:r>
            <a:rPr lang="en-US" b="1" dirty="0"/>
            <a:t>QH</a:t>
          </a:r>
          <a:r>
            <a:rPr lang="en-US" dirty="0"/>
            <a:t>, </a:t>
          </a:r>
          <a:r>
            <a:rPr lang="en-US" dirty="0" err="1"/>
            <a:t>tranzistor</a:t>
          </a:r>
          <a:r>
            <a:rPr lang="en-US" dirty="0"/>
            <a:t> </a:t>
          </a:r>
          <a:r>
            <a:rPr lang="en-US" dirty="0" err="1"/>
            <a:t>povuče</a:t>
          </a:r>
          <a:r>
            <a:rPr lang="en-US" dirty="0"/>
            <a:t> reset pin 74HC595 </a:t>
          </a:r>
          <a:r>
            <a:rPr lang="en-US" dirty="0" err="1"/>
            <a:t>na</a:t>
          </a:r>
          <a:r>
            <a:rPr lang="en-US" dirty="0"/>
            <a:t> GND i </a:t>
          </a:r>
          <a:r>
            <a:rPr lang="en-US" dirty="0" err="1"/>
            <a:t>sekvenca</a:t>
          </a:r>
          <a:r>
            <a:rPr lang="en-US" dirty="0"/>
            <a:t> </a:t>
          </a:r>
          <a:r>
            <a:rPr lang="en-US" dirty="0" err="1"/>
            <a:t>kreće</a:t>
          </a:r>
          <a:r>
            <a:rPr lang="en-US" dirty="0"/>
            <a:t> </a:t>
          </a:r>
          <a:r>
            <a:rPr lang="en-US" dirty="0" err="1"/>
            <a:t>ponovo</a:t>
          </a:r>
          <a:r>
            <a:rPr lang="en-US" dirty="0"/>
            <a:t> od </a:t>
          </a:r>
          <a:r>
            <a:rPr lang="en-US" dirty="0" err="1"/>
            <a:t>prve</a:t>
          </a:r>
          <a:r>
            <a:rPr lang="en-US" dirty="0"/>
            <a:t> LED diode.</a:t>
          </a:r>
        </a:p>
      </dgm:t>
    </dgm:pt>
    <dgm:pt modelId="{C7CE1501-CB81-451D-A548-5C09120963BE}" type="parTrans" cxnId="{CF441D82-D3B3-45A6-B4FB-8D49C1DB3FAD}">
      <dgm:prSet/>
      <dgm:spPr/>
      <dgm:t>
        <a:bodyPr/>
        <a:lstStyle/>
        <a:p>
          <a:endParaRPr lang="en-US"/>
        </a:p>
      </dgm:t>
    </dgm:pt>
    <dgm:pt modelId="{9EC9746D-38AB-460D-8F5D-BB6559178113}" type="sibTrans" cxnId="{CF441D82-D3B3-45A6-B4FB-8D49C1DB3FAD}">
      <dgm:prSet/>
      <dgm:spPr/>
      <dgm:t>
        <a:bodyPr/>
        <a:lstStyle/>
        <a:p>
          <a:endParaRPr lang="en-US"/>
        </a:p>
      </dgm:t>
    </dgm:pt>
    <dgm:pt modelId="{0A7035C9-0D0B-4B6A-B464-21CFF6AD3ABB}" type="pres">
      <dgm:prSet presAssocID="{3D09FD92-5482-4CEF-AF6B-C4606265C77E}" presName="Name0" presStyleCnt="0">
        <dgm:presLayoutVars>
          <dgm:dir/>
          <dgm:resizeHandles val="exact"/>
        </dgm:presLayoutVars>
      </dgm:prSet>
      <dgm:spPr/>
    </dgm:pt>
    <dgm:pt modelId="{46780E4F-DFF4-423A-B979-3E23393038EA}" type="pres">
      <dgm:prSet presAssocID="{CB565C83-0DD1-4740-B2AD-B4F61BB4FC6A}" presName="node" presStyleLbl="node1" presStyleIdx="0" presStyleCnt="4">
        <dgm:presLayoutVars>
          <dgm:bulletEnabled val="1"/>
        </dgm:presLayoutVars>
      </dgm:prSet>
      <dgm:spPr/>
    </dgm:pt>
    <dgm:pt modelId="{1D3F69C2-509C-4AAF-A4D6-BB0B38CFE0EB}" type="pres">
      <dgm:prSet presAssocID="{AD9DB400-4595-4E88-AB89-B32A31736456}" presName="sibTrans" presStyleLbl="sibTrans2D1" presStyleIdx="0" presStyleCnt="3"/>
      <dgm:spPr/>
    </dgm:pt>
    <dgm:pt modelId="{F033711A-C619-42EE-BB0C-A981936C987D}" type="pres">
      <dgm:prSet presAssocID="{AD9DB400-4595-4E88-AB89-B32A31736456}" presName="connectorText" presStyleLbl="sibTrans2D1" presStyleIdx="0" presStyleCnt="3"/>
      <dgm:spPr/>
    </dgm:pt>
    <dgm:pt modelId="{1BC511C0-BA4B-404B-A472-0D9FDC2AC734}" type="pres">
      <dgm:prSet presAssocID="{FD0E2609-37D4-49E3-90E3-8CC14DEAEDBE}" presName="node" presStyleLbl="node1" presStyleIdx="1" presStyleCnt="4">
        <dgm:presLayoutVars>
          <dgm:bulletEnabled val="1"/>
        </dgm:presLayoutVars>
      </dgm:prSet>
      <dgm:spPr/>
    </dgm:pt>
    <dgm:pt modelId="{C6DC7DB2-EF00-4794-A5D8-1A2891F58749}" type="pres">
      <dgm:prSet presAssocID="{B981E587-6C47-4296-91C2-938931D4DAC1}" presName="sibTrans" presStyleLbl="sibTrans2D1" presStyleIdx="1" presStyleCnt="3"/>
      <dgm:spPr/>
    </dgm:pt>
    <dgm:pt modelId="{E846A73B-AD74-4330-AA06-8D1A3F890E3E}" type="pres">
      <dgm:prSet presAssocID="{B981E587-6C47-4296-91C2-938931D4DAC1}" presName="connectorText" presStyleLbl="sibTrans2D1" presStyleIdx="1" presStyleCnt="3"/>
      <dgm:spPr/>
    </dgm:pt>
    <dgm:pt modelId="{1BC09CCC-0BBA-4B31-806F-47729792850E}" type="pres">
      <dgm:prSet presAssocID="{1B9D0809-5BD3-4D90-BA92-5F08A3B2EC01}" presName="node" presStyleLbl="node1" presStyleIdx="2" presStyleCnt="4">
        <dgm:presLayoutVars>
          <dgm:bulletEnabled val="1"/>
        </dgm:presLayoutVars>
      </dgm:prSet>
      <dgm:spPr/>
    </dgm:pt>
    <dgm:pt modelId="{C84A023C-09FC-4F77-8965-3F4CBDBF9302}" type="pres">
      <dgm:prSet presAssocID="{C222967A-6569-4BB7-B517-6790E2776EFC}" presName="sibTrans" presStyleLbl="sibTrans2D1" presStyleIdx="2" presStyleCnt="3"/>
      <dgm:spPr/>
    </dgm:pt>
    <dgm:pt modelId="{D43305AC-2EE2-4773-AF6C-EB58C3EB5167}" type="pres">
      <dgm:prSet presAssocID="{C222967A-6569-4BB7-B517-6790E2776EFC}" presName="connectorText" presStyleLbl="sibTrans2D1" presStyleIdx="2" presStyleCnt="3"/>
      <dgm:spPr/>
    </dgm:pt>
    <dgm:pt modelId="{0E15967F-F4A8-413F-9643-7A7C0BAE59BE}" type="pres">
      <dgm:prSet presAssocID="{3AB3B364-431A-41E0-97F9-00FEDAF4A667}" presName="node" presStyleLbl="node1" presStyleIdx="3" presStyleCnt="4">
        <dgm:presLayoutVars>
          <dgm:bulletEnabled val="1"/>
        </dgm:presLayoutVars>
      </dgm:prSet>
      <dgm:spPr/>
    </dgm:pt>
  </dgm:ptLst>
  <dgm:cxnLst>
    <dgm:cxn modelId="{AA0A6A0F-62B7-4D8E-84EF-6766CEE4D62F}" type="presOf" srcId="{CB565C83-0DD1-4740-B2AD-B4F61BB4FC6A}" destId="{46780E4F-DFF4-423A-B979-3E23393038EA}" srcOrd="0" destOrd="0" presId="urn:microsoft.com/office/officeart/2005/8/layout/process1"/>
    <dgm:cxn modelId="{37FEE229-E00B-4A16-98F5-EBA8A85F84EE}" srcId="{3D09FD92-5482-4CEF-AF6B-C4606265C77E}" destId="{1B9D0809-5BD3-4D90-BA92-5F08A3B2EC01}" srcOrd="2" destOrd="0" parTransId="{47F4AF3F-1BAC-4444-9712-F4542444FFAC}" sibTransId="{C222967A-6569-4BB7-B517-6790E2776EFC}"/>
    <dgm:cxn modelId="{2AB00E37-93BF-4838-B9E7-E315F530EDFE}" type="presOf" srcId="{1B9D0809-5BD3-4D90-BA92-5F08A3B2EC01}" destId="{1BC09CCC-0BBA-4B31-806F-47729792850E}" srcOrd="0" destOrd="0" presId="urn:microsoft.com/office/officeart/2005/8/layout/process1"/>
    <dgm:cxn modelId="{3D2FCF40-C5B9-43E7-8452-E0962ED6239A}" type="presOf" srcId="{C222967A-6569-4BB7-B517-6790E2776EFC}" destId="{C84A023C-09FC-4F77-8965-3F4CBDBF9302}" srcOrd="0" destOrd="0" presId="urn:microsoft.com/office/officeart/2005/8/layout/process1"/>
    <dgm:cxn modelId="{85400947-BD5C-4F65-AAF7-E7A70F2077F2}" type="presOf" srcId="{3AB3B364-431A-41E0-97F9-00FEDAF4A667}" destId="{0E15967F-F4A8-413F-9643-7A7C0BAE59BE}" srcOrd="0" destOrd="0" presId="urn:microsoft.com/office/officeart/2005/8/layout/process1"/>
    <dgm:cxn modelId="{239CF955-DA67-4FAE-8FB2-68DA32DB98DF}" type="presOf" srcId="{FD0E2609-37D4-49E3-90E3-8CC14DEAEDBE}" destId="{1BC511C0-BA4B-404B-A472-0D9FDC2AC734}" srcOrd="0" destOrd="0" presId="urn:microsoft.com/office/officeart/2005/8/layout/process1"/>
    <dgm:cxn modelId="{F3CFE958-A3E2-4954-B78E-F83915644738}" type="presOf" srcId="{B981E587-6C47-4296-91C2-938931D4DAC1}" destId="{E846A73B-AD74-4330-AA06-8D1A3F890E3E}" srcOrd="1" destOrd="0" presId="urn:microsoft.com/office/officeart/2005/8/layout/process1"/>
    <dgm:cxn modelId="{F7E58D79-B52B-4987-8FA9-CD09624C580D}" type="presOf" srcId="{B981E587-6C47-4296-91C2-938931D4DAC1}" destId="{C6DC7DB2-EF00-4794-A5D8-1A2891F58749}" srcOrd="0" destOrd="0" presId="urn:microsoft.com/office/officeart/2005/8/layout/process1"/>
    <dgm:cxn modelId="{9A924F7E-6D38-4379-97B6-22F6138FA875}" type="presOf" srcId="{C222967A-6569-4BB7-B517-6790E2776EFC}" destId="{D43305AC-2EE2-4773-AF6C-EB58C3EB5167}" srcOrd="1" destOrd="0" presId="urn:microsoft.com/office/officeart/2005/8/layout/process1"/>
    <dgm:cxn modelId="{CF441D82-D3B3-45A6-B4FB-8D49C1DB3FAD}" srcId="{3D09FD92-5482-4CEF-AF6B-C4606265C77E}" destId="{3AB3B364-431A-41E0-97F9-00FEDAF4A667}" srcOrd="3" destOrd="0" parTransId="{C7CE1501-CB81-451D-A548-5C09120963BE}" sibTransId="{9EC9746D-38AB-460D-8F5D-BB6559178113}"/>
    <dgm:cxn modelId="{B1D9E39E-9929-4E48-9753-D6C3E86C83C4}" type="presOf" srcId="{AD9DB400-4595-4E88-AB89-B32A31736456}" destId="{F033711A-C619-42EE-BB0C-A981936C987D}" srcOrd="1" destOrd="0" presId="urn:microsoft.com/office/officeart/2005/8/layout/process1"/>
    <dgm:cxn modelId="{406821B9-AD58-4C2A-9A52-5B14A795DC50}" srcId="{3D09FD92-5482-4CEF-AF6B-C4606265C77E}" destId="{CB565C83-0DD1-4740-B2AD-B4F61BB4FC6A}" srcOrd="0" destOrd="0" parTransId="{5A8D4CAF-78E8-4122-912E-268D59D542F5}" sibTransId="{AD9DB400-4595-4E88-AB89-B32A31736456}"/>
    <dgm:cxn modelId="{DD145AC4-74D0-4502-A46A-91AF5E5F6AC0}" type="presOf" srcId="{AD9DB400-4595-4E88-AB89-B32A31736456}" destId="{1D3F69C2-509C-4AAF-A4D6-BB0B38CFE0EB}" srcOrd="0" destOrd="0" presId="urn:microsoft.com/office/officeart/2005/8/layout/process1"/>
    <dgm:cxn modelId="{D16F70D4-F3D9-4D16-8A86-E78D52319243}" type="presOf" srcId="{3D09FD92-5482-4CEF-AF6B-C4606265C77E}" destId="{0A7035C9-0D0B-4B6A-B464-21CFF6AD3ABB}" srcOrd="0" destOrd="0" presId="urn:microsoft.com/office/officeart/2005/8/layout/process1"/>
    <dgm:cxn modelId="{B35EE5F2-2EC4-4DFB-A890-B68A5F7AFF6B}" srcId="{3D09FD92-5482-4CEF-AF6B-C4606265C77E}" destId="{FD0E2609-37D4-49E3-90E3-8CC14DEAEDBE}" srcOrd="1" destOrd="0" parTransId="{4973EF00-5018-4BDB-97FF-4B0B0160D0E2}" sibTransId="{B981E587-6C47-4296-91C2-938931D4DAC1}"/>
    <dgm:cxn modelId="{B5978A29-B98B-474B-B17A-A2F802064896}" type="presParOf" srcId="{0A7035C9-0D0B-4B6A-B464-21CFF6AD3ABB}" destId="{46780E4F-DFF4-423A-B979-3E23393038EA}" srcOrd="0" destOrd="0" presId="urn:microsoft.com/office/officeart/2005/8/layout/process1"/>
    <dgm:cxn modelId="{C55C6B9F-5EF9-4470-B488-1DDE47EFBA83}" type="presParOf" srcId="{0A7035C9-0D0B-4B6A-B464-21CFF6AD3ABB}" destId="{1D3F69C2-509C-4AAF-A4D6-BB0B38CFE0EB}" srcOrd="1" destOrd="0" presId="urn:microsoft.com/office/officeart/2005/8/layout/process1"/>
    <dgm:cxn modelId="{2A20B220-6499-4595-83E4-EEEE6E7F3C29}" type="presParOf" srcId="{1D3F69C2-509C-4AAF-A4D6-BB0B38CFE0EB}" destId="{F033711A-C619-42EE-BB0C-A981936C987D}" srcOrd="0" destOrd="0" presId="urn:microsoft.com/office/officeart/2005/8/layout/process1"/>
    <dgm:cxn modelId="{E88459D5-8E8E-4CEB-9611-67E6C69F50C0}" type="presParOf" srcId="{0A7035C9-0D0B-4B6A-B464-21CFF6AD3ABB}" destId="{1BC511C0-BA4B-404B-A472-0D9FDC2AC734}" srcOrd="2" destOrd="0" presId="urn:microsoft.com/office/officeart/2005/8/layout/process1"/>
    <dgm:cxn modelId="{B9EAEA77-2093-4AB8-861D-2137849D1CDF}" type="presParOf" srcId="{0A7035C9-0D0B-4B6A-B464-21CFF6AD3ABB}" destId="{C6DC7DB2-EF00-4794-A5D8-1A2891F58749}" srcOrd="3" destOrd="0" presId="urn:microsoft.com/office/officeart/2005/8/layout/process1"/>
    <dgm:cxn modelId="{C9C68EC7-02DD-4B1C-9407-1EA009636A74}" type="presParOf" srcId="{C6DC7DB2-EF00-4794-A5D8-1A2891F58749}" destId="{E846A73B-AD74-4330-AA06-8D1A3F890E3E}" srcOrd="0" destOrd="0" presId="urn:microsoft.com/office/officeart/2005/8/layout/process1"/>
    <dgm:cxn modelId="{70F1BB53-FE00-4623-A63C-01BC60AB3A0C}" type="presParOf" srcId="{0A7035C9-0D0B-4B6A-B464-21CFF6AD3ABB}" destId="{1BC09CCC-0BBA-4B31-806F-47729792850E}" srcOrd="4" destOrd="0" presId="urn:microsoft.com/office/officeart/2005/8/layout/process1"/>
    <dgm:cxn modelId="{8B0159D9-447B-4D48-BB85-D04C03EC447E}" type="presParOf" srcId="{0A7035C9-0D0B-4B6A-B464-21CFF6AD3ABB}" destId="{C84A023C-09FC-4F77-8965-3F4CBDBF9302}" srcOrd="5" destOrd="0" presId="urn:microsoft.com/office/officeart/2005/8/layout/process1"/>
    <dgm:cxn modelId="{0D847395-D020-4060-821E-5018AF8AAB6F}" type="presParOf" srcId="{C84A023C-09FC-4F77-8965-3F4CBDBF9302}" destId="{D43305AC-2EE2-4773-AF6C-EB58C3EB5167}" srcOrd="0" destOrd="0" presId="urn:microsoft.com/office/officeart/2005/8/layout/process1"/>
    <dgm:cxn modelId="{44DE03EB-9213-4CD7-A8DD-134DC1EAB5BF}" type="presParOf" srcId="{0A7035C9-0D0B-4B6A-B464-21CFF6AD3ABB}" destId="{0E15967F-F4A8-413F-9643-7A7C0BAE59B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2002DD-D583-4C97-A03A-D2CCB9DE2633}">
      <dsp:nvSpPr>
        <dsp:cNvPr id="0" name=""/>
        <dsp:cNvSpPr/>
      </dsp:nvSpPr>
      <dsp:spPr>
        <a:xfrm rot="10800000">
          <a:off x="2557121" y="193785"/>
          <a:ext cx="6498812" cy="327383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367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3S1P Li-ion </a:t>
          </a:r>
          <a:r>
            <a:rPr lang="en-US" sz="2400" b="1" kern="1200" dirty="0" err="1"/>
            <a:t>baterijski</a:t>
          </a:r>
          <a:r>
            <a:rPr lang="en-US" sz="2400" b="1" kern="1200" dirty="0"/>
            <a:t> pack</a:t>
          </a:r>
          <a:r>
            <a:rPr lang="en-US" sz="2400" kern="1200" dirty="0"/>
            <a:t>, </a:t>
          </a:r>
          <a:r>
            <a:rPr lang="en-US" sz="2400" kern="1200" dirty="0" err="1"/>
            <a:t>nominalnog</a:t>
          </a:r>
          <a:r>
            <a:rPr lang="en-US" sz="2400" kern="1200" dirty="0"/>
            <a:t> </a:t>
          </a:r>
          <a:r>
            <a:rPr lang="en-US" sz="2400" kern="1200" dirty="0" err="1"/>
            <a:t>napona</a:t>
          </a:r>
          <a:r>
            <a:rPr lang="en-US" sz="2400" kern="1200" dirty="0"/>
            <a:t> </a:t>
          </a:r>
          <a:r>
            <a:rPr lang="en-US" sz="2400" b="1" kern="1200" dirty="0"/>
            <a:t>11.1 V</a:t>
          </a:r>
          <a:r>
            <a:rPr lang="en-US" sz="2400" kern="1200" dirty="0"/>
            <a:t> i </a:t>
          </a:r>
          <a:r>
            <a:rPr lang="en-US" sz="2400" kern="1200" dirty="0" err="1"/>
            <a:t>maksimalnog</a:t>
          </a:r>
          <a:r>
            <a:rPr lang="en-US" sz="2400" kern="1200" dirty="0"/>
            <a:t> </a:t>
          </a:r>
          <a:r>
            <a:rPr lang="en-US" sz="2400" kern="1200" dirty="0" err="1"/>
            <a:t>napona</a:t>
          </a:r>
          <a:r>
            <a:rPr lang="en-US" sz="2400" kern="1200" dirty="0"/>
            <a:t> </a:t>
          </a:r>
          <a:r>
            <a:rPr lang="en-US" sz="2400" b="1" kern="1200" dirty="0"/>
            <a:t>12.6 V</a:t>
          </a:r>
          <a:r>
            <a:rPr lang="en-US" sz="2400" kern="1200" dirty="0"/>
            <a:t> </a:t>
          </a:r>
          <a:r>
            <a:rPr lang="en-US" sz="2400" kern="1200" dirty="0" err="1"/>
            <a:t>kada</a:t>
          </a:r>
          <a:r>
            <a:rPr lang="en-US" sz="2400" kern="1200" dirty="0"/>
            <a:t> je </a:t>
          </a:r>
          <a:r>
            <a:rPr lang="en-US" sz="2400" kern="1200" dirty="0" err="1"/>
            <a:t>potpuno</a:t>
          </a:r>
          <a:r>
            <a:rPr lang="en-US" sz="2400" kern="1200" dirty="0"/>
            <a:t> </a:t>
          </a:r>
          <a:r>
            <a:rPr lang="en-US" sz="2400" kern="1200" dirty="0" err="1"/>
            <a:t>napunjen</a:t>
          </a:r>
          <a:r>
            <a:rPr lang="en-US" sz="2400" kern="1200" dirty="0"/>
            <a:t>. </a:t>
          </a:r>
          <a:r>
            <a:rPr lang="en-US" sz="2400" kern="1200" dirty="0" err="1"/>
            <a:t>Ovaj</a:t>
          </a:r>
          <a:r>
            <a:rPr lang="en-US" sz="2400" kern="1200" dirty="0"/>
            <a:t> </a:t>
          </a:r>
          <a:r>
            <a:rPr lang="en-US" sz="2400" kern="1200" dirty="0" err="1"/>
            <a:t>napon</a:t>
          </a:r>
          <a:r>
            <a:rPr lang="en-US" sz="2400" kern="1200" dirty="0"/>
            <a:t> se </a:t>
          </a:r>
          <a:r>
            <a:rPr lang="en-US" sz="2400" kern="1200" dirty="0" err="1"/>
            <a:t>preko</a:t>
          </a:r>
          <a:r>
            <a:rPr lang="en-US" sz="2400" kern="1200" dirty="0"/>
            <a:t> </a:t>
          </a:r>
          <a:r>
            <a:rPr lang="en-US" sz="2400" kern="1200" dirty="0" err="1"/>
            <a:t>zaštitnog</a:t>
          </a:r>
          <a:r>
            <a:rPr lang="en-US" sz="2400" kern="1200" dirty="0"/>
            <a:t> </a:t>
          </a:r>
          <a:r>
            <a:rPr lang="en-US" sz="2400" kern="1200" dirty="0" err="1"/>
            <a:t>bloka</a:t>
          </a:r>
          <a:r>
            <a:rPr lang="en-US" sz="2400" kern="1200" dirty="0"/>
            <a:t> i </a:t>
          </a:r>
          <a:r>
            <a:rPr lang="en-US" sz="2400" b="1" kern="1200" dirty="0"/>
            <a:t>TSR 1-2450 step-down </a:t>
          </a:r>
          <a:r>
            <a:rPr lang="en-US" sz="2400" b="1" kern="1200" dirty="0" err="1"/>
            <a:t>regulatora</a:t>
          </a:r>
          <a:r>
            <a:rPr lang="en-US" sz="2400" kern="1200" dirty="0"/>
            <a:t> </a:t>
          </a:r>
          <a:r>
            <a:rPr lang="en-US" sz="2400" kern="1200" dirty="0" err="1"/>
            <a:t>spušta</a:t>
          </a:r>
          <a:r>
            <a:rPr lang="en-US" sz="2400" kern="1200" dirty="0"/>
            <a:t> </a:t>
          </a:r>
          <a:r>
            <a:rPr lang="en-US" sz="2400" kern="1200" dirty="0" err="1"/>
            <a:t>na</a:t>
          </a:r>
          <a:r>
            <a:rPr lang="en-US" sz="2400" kern="1200" dirty="0"/>
            <a:t> </a:t>
          </a:r>
          <a:r>
            <a:rPr lang="en-US" sz="2400" kern="1200" dirty="0" err="1"/>
            <a:t>stabilnih</a:t>
          </a:r>
          <a:r>
            <a:rPr lang="en-US" sz="2400" kern="1200" dirty="0"/>
            <a:t> </a:t>
          </a:r>
          <a:r>
            <a:rPr lang="en-US" sz="2400" b="1" kern="1200" dirty="0"/>
            <a:t>5 V</a:t>
          </a:r>
          <a:r>
            <a:rPr lang="en-US" sz="2400" kern="1200" dirty="0"/>
            <a:t> za </a:t>
          </a:r>
          <a:r>
            <a:rPr lang="en-US" sz="2400" kern="1200" dirty="0" err="1"/>
            <a:t>napajanje</a:t>
          </a:r>
          <a:r>
            <a:rPr lang="en-US" sz="2400" kern="1200" dirty="0"/>
            <a:t> </a:t>
          </a:r>
          <a:r>
            <a:rPr lang="en-US" sz="2400" kern="1200" dirty="0" err="1"/>
            <a:t>elektronike</a:t>
          </a:r>
          <a:r>
            <a:rPr lang="en-US" sz="2400" kern="1200" dirty="0"/>
            <a:t> i LED </a:t>
          </a:r>
          <a:r>
            <a:rPr lang="en-US" sz="2400" kern="1200" dirty="0" err="1"/>
            <a:t>dioda</a:t>
          </a:r>
          <a:r>
            <a:rPr lang="en-US" sz="2400" kern="1200" dirty="0"/>
            <a:t>.</a:t>
          </a:r>
        </a:p>
      </dsp:txBody>
      <dsp:txXfrm rot="10800000">
        <a:off x="3375580" y="193785"/>
        <a:ext cx="5680353" cy="3273837"/>
      </dsp:txXfrm>
    </dsp:sp>
    <dsp:sp modelId="{DACFEFEE-BD82-4B1F-9B82-5D77D867E7E9}">
      <dsp:nvSpPr>
        <dsp:cNvPr id="0" name=""/>
        <dsp:cNvSpPr/>
      </dsp:nvSpPr>
      <dsp:spPr>
        <a:xfrm>
          <a:off x="716716" y="6"/>
          <a:ext cx="3680808" cy="3661394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80E4F-DFF4-423A-B979-3E23393038EA}">
      <dsp:nvSpPr>
        <dsp:cNvPr id="0" name=""/>
        <dsp:cNvSpPr/>
      </dsp:nvSpPr>
      <dsp:spPr>
        <a:xfrm>
          <a:off x="4782" y="102902"/>
          <a:ext cx="2091227" cy="2133296"/>
        </a:xfrm>
        <a:prstGeom prst="roundRect">
          <a:avLst>
            <a:gd name="adj" fmla="val 10000"/>
          </a:avLst>
        </a:prstGeom>
        <a:solidFill>
          <a:srgbClr val="4F7B5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NE555</a:t>
          </a:r>
          <a:r>
            <a:rPr lang="en-US" sz="1500" kern="1200"/>
            <a:t> radi kao oscilator i pravi clock impulse. Brzina impulsa zavisi od otpornika </a:t>
          </a:r>
          <a:r>
            <a:rPr lang="en-US" sz="1500" b="1" kern="1200"/>
            <a:t>R4, R2, R3</a:t>
          </a:r>
          <a:r>
            <a:rPr lang="en-US" sz="1500" kern="1200"/>
            <a:t> i kondenzatora </a:t>
          </a:r>
          <a:r>
            <a:rPr lang="en-US" sz="1500" b="1" kern="1200"/>
            <a:t>C2</a:t>
          </a:r>
          <a:r>
            <a:rPr lang="en-US" sz="1500" kern="1200"/>
            <a:t>. Ti impulsi izlaze sa pina 3 i idu na </a:t>
          </a:r>
          <a:r>
            <a:rPr lang="en-US" sz="1500" b="1" kern="1200"/>
            <a:t>74HC595</a:t>
          </a:r>
          <a:r>
            <a:rPr lang="en-US" sz="1500" kern="1200"/>
            <a:t>.</a:t>
          </a:r>
        </a:p>
      </dsp:txBody>
      <dsp:txXfrm>
        <a:off x="66032" y="164152"/>
        <a:ext cx="1968727" cy="2010796"/>
      </dsp:txXfrm>
    </dsp:sp>
    <dsp:sp modelId="{1D3F69C2-509C-4AAF-A4D6-BB0B38CFE0EB}">
      <dsp:nvSpPr>
        <dsp:cNvPr id="0" name=""/>
        <dsp:cNvSpPr/>
      </dsp:nvSpPr>
      <dsp:spPr>
        <a:xfrm>
          <a:off x="2305133" y="910238"/>
          <a:ext cx="443340" cy="5186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305133" y="1013963"/>
        <a:ext cx="310338" cy="311174"/>
      </dsp:txXfrm>
    </dsp:sp>
    <dsp:sp modelId="{1BC511C0-BA4B-404B-A472-0D9FDC2AC734}">
      <dsp:nvSpPr>
        <dsp:cNvPr id="0" name=""/>
        <dsp:cNvSpPr/>
      </dsp:nvSpPr>
      <dsp:spPr>
        <a:xfrm>
          <a:off x="2932501" y="102902"/>
          <a:ext cx="2091227" cy="2133296"/>
        </a:xfrm>
        <a:prstGeom prst="roundRect">
          <a:avLst>
            <a:gd name="adj" fmla="val 10000"/>
          </a:avLst>
        </a:prstGeom>
        <a:solidFill>
          <a:srgbClr val="4F7B5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74HC595</a:t>
          </a:r>
          <a:r>
            <a:rPr lang="en-US" sz="1500" kern="1200" dirty="0"/>
            <a:t> prima clock signal i </a:t>
          </a:r>
          <a:r>
            <a:rPr lang="en-US" sz="1500" kern="1200" dirty="0" err="1"/>
            <a:t>pomera</a:t>
          </a:r>
          <a:r>
            <a:rPr lang="en-US" sz="1500" kern="1200" dirty="0"/>
            <a:t> </a:t>
          </a:r>
          <a:r>
            <a:rPr lang="en-US" sz="1500" kern="1200" dirty="0" err="1"/>
            <a:t>logičku</a:t>
          </a:r>
          <a:r>
            <a:rPr lang="en-US" sz="1500" kern="1200" dirty="0"/>
            <a:t> </a:t>
          </a:r>
          <a:r>
            <a:rPr lang="en-US" sz="1500" kern="1200" dirty="0" err="1"/>
            <a:t>jedinicu</a:t>
          </a:r>
          <a:r>
            <a:rPr lang="en-US" sz="1500" kern="1200" dirty="0"/>
            <a:t> </a:t>
          </a:r>
          <a:r>
            <a:rPr lang="en-US" sz="1500" kern="1200" dirty="0" err="1"/>
            <a:t>kroz</a:t>
          </a:r>
          <a:r>
            <a:rPr lang="en-US" sz="1500" kern="1200" dirty="0"/>
            <a:t> </a:t>
          </a:r>
          <a:r>
            <a:rPr lang="en-US" sz="1500" kern="1200" dirty="0" err="1"/>
            <a:t>izlaze</a:t>
          </a:r>
          <a:r>
            <a:rPr lang="en-US" sz="1500" kern="1200" dirty="0"/>
            <a:t> </a:t>
          </a:r>
          <a:r>
            <a:rPr lang="en-US" sz="1500" b="1" kern="1200" dirty="0"/>
            <a:t>QA–QH</a:t>
          </a:r>
          <a:r>
            <a:rPr lang="en-US" sz="1500" kern="1200" dirty="0"/>
            <a:t>, pa se LED </a:t>
          </a:r>
          <a:r>
            <a:rPr lang="en-US" sz="1500" kern="1200" dirty="0" err="1"/>
            <a:t>segmenti</a:t>
          </a:r>
          <a:r>
            <a:rPr lang="en-US" sz="1500" kern="1200" dirty="0"/>
            <a:t> pale </a:t>
          </a:r>
          <a:r>
            <a:rPr lang="en-US" sz="1500" kern="1200" dirty="0" err="1"/>
            <a:t>redom</a:t>
          </a:r>
          <a:r>
            <a:rPr lang="en-US" sz="1500" kern="1200" dirty="0"/>
            <a:t>: </a:t>
          </a:r>
          <a:r>
            <a:rPr lang="en-US" sz="1500" kern="1200" dirty="0" err="1"/>
            <a:t>prvo</a:t>
          </a:r>
          <a:r>
            <a:rPr lang="en-US" sz="1500" kern="1200" dirty="0"/>
            <a:t> 1, </a:t>
          </a:r>
          <a:r>
            <a:rPr lang="en-US" sz="1500" kern="1200" dirty="0" err="1"/>
            <a:t>zatim</a:t>
          </a:r>
          <a:r>
            <a:rPr lang="en-US" sz="1500" kern="1200" dirty="0"/>
            <a:t> 1+2, </a:t>
          </a:r>
          <a:r>
            <a:rPr lang="en-US" sz="1500" kern="1200" dirty="0" err="1"/>
            <a:t>zatim</a:t>
          </a:r>
          <a:r>
            <a:rPr lang="en-US" sz="1500" kern="1200" dirty="0"/>
            <a:t> 1+2+3, </a:t>
          </a:r>
          <a:r>
            <a:rPr lang="en-US" sz="1500" kern="1200" dirty="0" err="1"/>
            <a:t>sve</a:t>
          </a:r>
          <a:r>
            <a:rPr lang="en-US" sz="1500" kern="1200" dirty="0"/>
            <a:t> do 8 LED </a:t>
          </a:r>
          <a:r>
            <a:rPr lang="en-US" sz="1500" kern="1200" dirty="0" err="1"/>
            <a:t>dioda</a:t>
          </a:r>
          <a:r>
            <a:rPr lang="en-US" sz="1500" kern="1200" dirty="0"/>
            <a:t>.</a:t>
          </a:r>
        </a:p>
      </dsp:txBody>
      <dsp:txXfrm>
        <a:off x="2993751" y="164152"/>
        <a:ext cx="1968727" cy="2010796"/>
      </dsp:txXfrm>
    </dsp:sp>
    <dsp:sp modelId="{C6DC7DB2-EF00-4794-A5D8-1A2891F58749}">
      <dsp:nvSpPr>
        <dsp:cNvPr id="0" name=""/>
        <dsp:cNvSpPr/>
      </dsp:nvSpPr>
      <dsp:spPr>
        <a:xfrm>
          <a:off x="5232851" y="910238"/>
          <a:ext cx="443340" cy="5186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232851" y="1013963"/>
        <a:ext cx="310338" cy="311174"/>
      </dsp:txXfrm>
    </dsp:sp>
    <dsp:sp modelId="{1BC09CCC-0BBA-4B31-806F-47729792850E}">
      <dsp:nvSpPr>
        <dsp:cNvPr id="0" name=""/>
        <dsp:cNvSpPr/>
      </dsp:nvSpPr>
      <dsp:spPr>
        <a:xfrm>
          <a:off x="5860219" y="102902"/>
          <a:ext cx="2091227" cy="2133296"/>
        </a:xfrm>
        <a:prstGeom prst="roundRect">
          <a:avLst>
            <a:gd name="adj" fmla="val 10000"/>
          </a:avLst>
        </a:prstGeom>
        <a:solidFill>
          <a:srgbClr val="4F7B5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ULN2803A</a:t>
          </a:r>
          <a:r>
            <a:rPr lang="en-US" sz="1500" kern="1200" dirty="0"/>
            <a:t> je </a:t>
          </a:r>
          <a:r>
            <a:rPr lang="en-US" sz="1500" kern="1200" dirty="0" err="1"/>
            <a:t>drajver</a:t>
          </a:r>
          <a:r>
            <a:rPr lang="en-US" sz="1500" kern="1200" dirty="0"/>
            <a:t> za LED diode. On ne </a:t>
          </a:r>
          <a:r>
            <a:rPr lang="en-US" sz="1500" kern="1200" dirty="0" err="1"/>
            <a:t>daje</a:t>
          </a:r>
          <a:r>
            <a:rPr lang="en-US" sz="1500" kern="1200" dirty="0"/>
            <a:t> plus, </a:t>
          </a:r>
          <a:r>
            <a:rPr lang="en-US" sz="1500" kern="1200" dirty="0" err="1"/>
            <a:t>nego</a:t>
          </a:r>
          <a:r>
            <a:rPr lang="en-US" sz="1500" kern="1200" dirty="0"/>
            <a:t> </a:t>
          </a:r>
          <a:r>
            <a:rPr lang="en-US" sz="1500" kern="1200" dirty="0" err="1"/>
            <a:t>kada</a:t>
          </a:r>
          <a:r>
            <a:rPr lang="en-US" sz="1500" kern="1200" dirty="0"/>
            <a:t> </a:t>
          </a:r>
          <a:r>
            <a:rPr lang="en-US" sz="1500" kern="1200" dirty="0" err="1"/>
            <a:t>dobije</a:t>
          </a:r>
          <a:r>
            <a:rPr lang="en-US" sz="1500" kern="1200" dirty="0"/>
            <a:t> signal </a:t>
          </a:r>
          <a:r>
            <a:rPr lang="en-US" sz="1500" kern="1200" dirty="0" err="1"/>
            <a:t>sa</a:t>
          </a:r>
          <a:r>
            <a:rPr lang="en-US" sz="1500" kern="1200" dirty="0"/>
            <a:t> 74HC595, </a:t>
          </a:r>
          <a:r>
            <a:rPr lang="en-US" sz="1500" kern="1200" dirty="0" err="1"/>
            <a:t>povezuje</a:t>
          </a:r>
          <a:r>
            <a:rPr lang="en-US" sz="1500" kern="1200" dirty="0"/>
            <a:t> </a:t>
          </a:r>
          <a:r>
            <a:rPr lang="en-US" sz="1500" kern="1200" dirty="0" err="1"/>
            <a:t>odgovarajući</a:t>
          </a:r>
          <a:r>
            <a:rPr lang="en-US" sz="1500" kern="1200" dirty="0"/>
            <a:t> </a:t>
          </a:r>
          <a:r>
            <a:rPr lang="en-US" sz="1500" kern="1200" dirty="0" err="1"/>
            <a:t>izlaz</a:t>
          </a:r>
          <a:r>
            <a:rPr lang="en-US" sz="1500" kern="1200" dirty="0"/>
            <a:t> </a:t>
          </a:r>
          <a:r>
            <a:rPr lang="en-US" sz="1500" kern="1200" dirty="0" err="1"/>
            <a:t>na</a:t>
          </a:r>
          <a:r>
            <a:rPr lang="en-US" sz="1500" kern="1200" dirty="0"/>
            <a:t> </a:t>
          </a:r>
          <a:r>
            <a:rPr lang="en-US" sz="1500" kern="1200" dirty="0" err="1"/>
            <a:t>masu</a:t>
          </a:r>
          <a:r>
            <a:rPr lang="en-US" sz="1500" kern="1200" dirty="0"/>
            <a:t>  i time </a:t>
          </a:r>
          <a:r>
            <a:rPr lang="en-US" sz="1500" kern="1200" dirty="0" err="1"/>
            <a:t>uključi</a:t>
          </a:r>
          <a:r>
            <a:rPr lang="en-US" sz="1500" kern="1200" dirty="0"/>
            <a:t> LED.</a:t>
          </a:r>
        </a:p>
      </dsp:txBody>
      <dsp:txXfrm>
        <a:off x="5921469" y="164152"/>
        <a:ext cx="1968727" cy="2010796"/>
      </dsp:txXfrm>
    </dsp:sp>
    <dsp:sp modelId="{C84A023C-09FC-4F77-8965-3F4CBDBF9302}">
      <dsp:nvSpPr>
        <dsp:cNvPr id="0" name=""/>
        <dsp:cNvSpPr/>
      </dsp:nvSpPr>
      <dsp:spPr>
        <a:xfrm>
          <a:off x="8160569" y="910238"/>
          <a:ext cx="443340" cy="5186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8160569" y="1013963"/>
        <a:ext cx="310338" cy="311174"/>
      </dsp:txXfrm>
    </dsp:sp>
    <dsp:sp modelId="{0E15967F-F4A8-413F-9643-7A7C0BAE59BE}">
      <dsp:nvSpPr>
        <dsp:cNvPr id="0" name=""/>
        <dsp:cNvSpPr/>
      </dsp:nvSpPr>
      <dsp:spPr>
        <a:xfrm>
          <a:off x="8787937" y="102902"/>
          <a:ext cx="2091227" cy="2133296"/>
        </a:xfrm>
        <a:prstGeom prst="roundRect">
          <a:avLst>
            <a:gd name="adj" fmla="val 10000"/>
          </a:avLst>
        </a:prstGeom>
        <a:solidFill>
          <a:srgbClr val="4F7B5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Q1 BC547</a:t>
          </a:r>
          <a:r>
            <a:rPr lang="en-US" sz="1500" kern="1200" dirty="0"/>
            <a:t> </a:t>
          </a:r>
          <a:r>
            <a:rPr lang="en-US" sz="1500" kern="1200" dirty="0" err="1"/>
            <a:t>služi</a:t>
          </a:r>
          <a:r>
            <a:rPr lang="en-US" sz="1500" kern="1200" dirty="0"/>
            <a:t> za reset. Kada </a:t>
          </a:r>
          <a:r>
            <a:rPr lang="en-US" sz="1500" kern="1200" dirty="0" err="1"/>
            <a:t>sekvenca</a:t>
          </a:r>
          <a:r>
            <a:rPr lang="en-US" sz="1500" kern="1200" dirty="0"/>
            <a:t> </a:t>
          </a:r>
          <a:r>
            <a:rPr lang="en-US" sz="1500" kern="1200" dirty="0" err="1"/>
            <a:t>dođe</a:t>
          </a:r>
          <a:r>
            <a:rPr lang="en-US" sz="1500" kern="1200" dirty="0"/>
            <a:t> do </a:t>
          </a:r>
          <a:r>
            <a:rPr lang="en-US" sz="1500" kern="1200" dirty="0" err="1"/>
            <a:t>poslednjeg</a:t>
          </a:r>
          <a:r>
            <a:rPr lang="en-US" sz="1500" kern="1200" dirty="0"/>
            <a:t> </a:t>
          </a:r>
          <a:r>
            <a:rPr lang="en-US" sz="1500" kern="1200" dirty="0" err="1"/>
            <a:t>izlaza</a:t>
          </a:r>
          <a:r>
            <a:rPr lang="en-US" sz="1500" kern="1200" dirty="0"/>
            <a:t> </a:t>
          </a:r>
          <a:r>
            <a:rPr lang="en-US" sz="1500" b="1" kern="1200" dirty="0"/>
            <a:t>QH</a:t>
          </a:r>
          <a:r>
            <a:rPr lang="en-US" sz="1500" kern="1200" dirty="0"/>
            <a:t>, </a:t>
          </a:r>
          <a:r>
            <a:rPr lang="en-US" sz="1500" kern="1200" dirty="0" err="1"/>
            <a:t>tranzistor</a:t>
          </a:r>
          <a:r>
            <a:rPr lang="en-US" sz="1500" kern="1200" dirty="0"/>
            <a:t> </a:t>
          </a:r>
          <a:r>
            <a:rPr lang="en-US" sz="1500" kern="1200" dirty="0" err="1"/>
            <a:t>povuče</a:t>
          </a:r>
          <a:r>
            <a:rPr lang="en-US" sz="1500" kern="1200" dirty="0"/>
            <a:t> reset pin 74HC595 </a:t>
          </a:r>
          <a:r>
            <a:rPr lang="en-US" sz="1500" kern="1200" dirty="0" err="1"/>
            <a:t>na</a:t>
          </a:r>
          <a:r>
            <a:rPr lang="en-US" sz="1500" kern="1200" dirty="0"/>
            <a:t> GND i </a:t>
          </a:r>
          <a:r>
            <a:rPr lang="en-US" sz="1500" kern="1200" dirty="0" err="1"/>
            <a:t>sekvenca</a:t>
          </a:r>
          <a:r>
            <a:rPr lang="en-US" sz="1500" kern="1200" dirty="0"/>
            <a:t> </a:t>
          </a:r>
          <a:r>
            <a:rPr lang="en-US" sz="1500" kern="1200" dirty="0" err="1"/>
            <a:t>kreće</a:t>
          </a:r>
          <a:r>
            <a:rPr lang="en-US" sz="1500" kern="1200" dirty="0"/>
            <a:t> </a:t>
          </a:r>
          <a:r>
            <a:rPr lang="en-US" sz="1500" kern="1200" dirty="0" err="1"/>
            <a:t>ponovo</a:t>
          </a:r>
          <a:r>
            <a:rPr lang="en-US" sz="1500" kern="1200" dirty="0"/>
            <a:t> od </a:t>
          </a:r>
          <a:r>
            <a:rPr lang="en-US" sz="1500" kern="1200" dirty="0" err="1"/>
            <a:t>prve</a:t>
          </a:r>
          <a:r>
            <a:rPr lang="en-US" sz="1500" kern="1200" dirty="0"/>
            <a:t> LED diode.</a:t>
          </a:r>
        </a:p>
      </dsp:txBody>
      <dsp:txXfrm>
        <a:off x="8849187" y="164152"/>
        <a:ext cx="1968727" cy="2010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37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8E98F-8314-41A5-DAFF-63FA0D489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53D8A-01D7-1CE8-C998-FC3414C2B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2D7BB-7B49-E39B-EA9B-7ECF412EA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D8CD3-5317-5F3E-014B-F7AB01AFC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23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E127C-7950-1F04-3457-60945C60D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622D97-9A68-71F6-D814-428B7438B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54831-68A9-0249-714C-06BAF61B4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C341D-D343-9544-6258-21E41274D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794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D7EFE-21F5-570B-33D3-67ABFADAC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E7BEA-8F29-F20A-6BED-EB29C70E5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5EDDC1-5F90-5E48-A1AC-7438DEE65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460A7-6508-BAA4-D95E-4527D5776F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37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42AA-5EF5-5545-55BE-A23AD92EB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DB18B-C3B2-F130-F19C-65ADE0EF8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F3922-D490-3A31-D968-537028C3C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3E008-4631-B6AC-9484-DCEC373BD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758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E4BD6-9510-03E6-BBF8-E05D4131F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3DB6B2-038A-E187-307A-F506873DA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8E85E7-BBCB-7044-3A8B-97D1083B0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E7DE5-750F-17B0-388F-F7C6CC6372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289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868680"/>
            <a:ext cx="534924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F2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Sekvencijalni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 err="1">
                <a:solidFill>
                  <a:srgbClr val="1F2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žmigavac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21792" y="2743200"/>
            <a:ext cx="493776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D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NE555 + 74HC595 + ULN2803A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5D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LED po strani • 12 V baterija • 5 V logika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21792" y="370332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4F7B59"/>
          </a:solidFill>
          <a:ln w="12700">
            <a:solidFill>
              <a:srgbClr val="4F7B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374904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KiCad → PCB → </a:t>
            </a:r>
            <a:r>
              <a:rPr lang="en-US" sz="1150" b="1" dirty="0" err="1">
                <a:solidFill>
                  <a:srgbClr val="FFFFFF"/>
                </a:solidFill>
              </a:rPr>
              <a:t>Kućište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1792" y="4370832"/>
            <a:ext cx="493776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Cilj: kompaktan, vidljiv i </a:t>
            </a:r>
            <a:r>
              <a:rPr lang="en-US" sz="1700" dirty="0" err="1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jednostavan</a:t>
            </a:r>
            <a:r>
              <a:rPr lang="en-US" sz="1700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dirty="0" err="1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žmigavac</a:t>
            </a:r>
            <a:r>
              <a:rPr lang="en-US" sz="1700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sa zaštitom napajanja i kućištem spremnim za montažu.</a:t>
            </a:r>
            <a:endParaRPr lang="en-US" sz="17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28C062-045A-9978-F53E-94580E3D3C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25" t="1234" r="15521" b="-1234"/>
          <a:stretch>
            <a:fillRect/>
          </a:stretch>
        </p:blipFill>
        <p:spPr>
          <a:xfrm>
            <a:off x="6517798" y="1426143"/>
            <a:ext cx="4715650" cy="414598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F2728"/>
                </a:solidFill>
                <a:latin typeface="Aptos Display" pitchFamily="34" charset="0"/>
              </a:rPr>
              <a:t>Ideja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69494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666"/>
                </a:solidFill>
              </a:rPr>
              <a:t>Pregled funkcionalnosti i glavnih odluka u projektu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2700">
            <a:solidFill>
              <a:srgbClr val="D1D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4360" y="1325880"/>
            <a:ext cx="5394960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2700">
            <a:solidFill>
              <a:srgbClr val="E0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1888236"/>
            <a:ext cx="480060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728"/>
                </a:solidFill>
              </a:rPr>
              <a:t>• Sekvenca paljenja ide od LED1 do LED8.
• Prekidač bira levo / OFF / desno.
• Logika radi na 5 V preko TSR 1-2450 regulatora.
• ULN2803A nosi struju LED dioda, a 74HC595 </a:t>
            </a:r>
            <a:r>
              <a:rPr lang="en-US" sz="1600" dirty="0" err="1">
                <a:solidFill>
                  <a:srgbClr val="1F2728"/>
                </a:solidFill>
              </a:rPr>
              <a:t>odre</a:t>
            </a:r>
            <a:r>
              <a:rPr lang="sr-Latn-RS" sz="1600" dirty="0">
                <a:solidFill>
                  <a:srgbClr val="1F2728"/>
                </a:solidFill>
              </a:rPr>
              <a:t>đuje koja dioda se ukljucuje</a:t>
            </a:r>
            <a:r>
              <a:rPr lang="en-US" sz="1600" dirty="0">
                <a:solidFill>
                  <a:srgbClr val="1F2728"/>
                </a:solidFill>
              </a:rPr>
              <a:t>.
• Poklopac ima prozore za LED nizove i rupe za prekidače.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464515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4F7B59"/>
          </a:solidFill>
          <a:ln w="12700">
            <a:solidFill>
              <a:srgbClr val="D929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32688" y="4690872"/>
            <a:ext cx="1289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8 LED levo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514600" y="4645152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4F7B59"/>
          </a:solidFill>
          <a:ln w="12700">
            <a:solidFill>
              <a:srgbClr val="D929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78608" y="4690872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8 LED desno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51960" y="4645152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4F7B59"/>
          </a:solidFill>
          <a:ln w="12700">
            <a:solidFill>
              <a:srgbClr val="4F7B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15968" y="4690872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12 V → 5 V</a:t>
            </a:r>
            <a:endParaRPr lang="en-US" sz="11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62FD33D-437C-A0E7-B90A-5C8B2E74A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47" y="1322969"/>
            <a:ext cx="5433916" cy="43371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77725" cy="6858000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 u 6 blokova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69494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666"/>
                </a:solidFill>
              </a:rPr>
              <a:t>Jednostavna arhitektura od baterije do LED izlaza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2700">
            <a:solidFill>
              <a:srgbClr val="D1D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20240" y="2423160"/>
            <a:ext cx="320040" cy="0"/>
          </a:xfrm>
          <a:prstGeom prst="line">
            <a:avLst/>
          </a:prstGeom>
          <a:noFill/>
          <a:ln w="17780">
            <a:solidFill>
              <a:srgbClr val="4F7B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566160" y="2423160"/>
            <a:ext cx="320040" cy="0"/>
          </a:xfrm>
          <a:prstGeom prst="line">
            <a:avLst/>
          </a:prstGeom>
          <a:noFill/>
          <a:ln w="17780">
            <a:solidFill>
              <a:srgbClr val="4F7B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0" y="2423160"/>
            <a:ext cx="320040" cy="0"/>
          </a:xfrm>
          <a:prstGeom prst="line">
            <a:avLst/>
          </a:prstGeom>
          <a:noFill/>
          <a:ln w="17780">
            <a:solidFill>
              <a:srgbClr val="4F7B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0" y="2423160"/>
            <a:ext cx="320040" cy="0"/>
          </a:xfrm>
          <a:prstGeom prst="line">
            <a:avLst/>
          </a:prstGeom>
          <a:noFill/>
          <a:ln w="17780">
            <a:solidFill>
              <a:srgbClr val="4F7B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03920" y="2423160"/>
            <a:ext cx="320040" cy="0"/>
          </a:xfrm>
          <a:prstGeom prst="line">
            <a:avLst/>
          </a:prstGeom>
          <a:noFill/>
          <a:ln w="17780">
            <a:solidFill>
              <a:srgbClr val="4F7B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149840" y="2423160"/>
            <a:ext cx="228600" cy="0"/>
          </a:xfrm>
          <a:prstGeom prst="line">
            <a:avLst/>
          </a:prstGeom>
          <a:noFill/>
          <a:ln w="17780">
            <a:solidFill>
              <a:srgbClr val="4F7B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20116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EEF2EE"/>
          </a:solidFill>
          <a:ln w="15240">
            <a:solidFill>
              <a:srgbClr val="4F7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2139696"/>
            <a:ext cx="11887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V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baterija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240280" y="20116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4F7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98192" y="2139696"/>
            <a:ext cx="11887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Zaštita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ulaza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899916" y="20116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4F7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00500" y="2148840"/>
            <a:ext cx="11887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1-2450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V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532120" y="20116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4F7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00700" y="2162555"/>
            <a:ext cx="11887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NE555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clock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174706" y="20116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4F7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43286" y="2139696"/>
            <a:ext cx="11887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74HC595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sekvenca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823960" y="20116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4F7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69680" y="2148840"/>
            <a:ext cx="11887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ULN2803A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drajver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381774" y="201168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4F7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69880" y="2139696"/>
            <a:ext cx="118872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 nizovi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/ R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1325880" y="3246120"/>
            <a:ext cx="9326880" cy="0"/>
          </a:xfrm>
          <a:prstGeom prst="line">
            <a:avLst/>
          </a:prstGeom>
          <a:noFill/>
          <a:ln w="12700">
            <a:solidFill>
              <a:srgbClr val="D1D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96112" y="3675888"/>
            <a:ext cx="2377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F7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Napajanje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96112" y="4069080"/>
            <a:ext cx="256032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728"/>
                </a:solidFill>
              </a:rPr>
              <a:t>• F1 osigurač
• S1 glavni prekidač
• 1N5819 polaritet
• SMBJ18A prenapon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86200" y="3675888"/>
            <a:ext cx="2377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F7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Logika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886200" y="4069080"/>
            <a:ext cx="256032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728"/>
                </a:solidFill>
              </a:rPr>
              <a:t>• NE555 pravi takt
• 74HC595 pamti redosled
• QH resetuje sekvencu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0" y="3675888"/>
            <a:ext cx="2377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F7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Izlaz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858000" y="4069080"/>
            <a:ext cx="297180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728"/>
                </a:solidFill>
              </a:rPr>
              <a:t>• ULN2803A vuče katode na GND
• anode LED idu preko otpornika
• prekidač bira stranu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Napajanje i zaštita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69494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666"/>
                </a:solidFill>
              </a:rPr>
              <a:t>12 V baterija se prvo štiti, zatim spušta na stabilnih 5 V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2700">
            <a:solidFill>
              <a:srgbClr val="D1D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89320" y="1426464"/>
            <a:ext cx="210312" cy="210312"/>
          </a:xfrm>
          <a:prstGeom prst="ellipse">
            <a:avLst/>
          </a:prstGeom>
          <a:solidFill>
            <a:srgbClr val="4F7B59"/>
          </a:solidFill>
          <a:ln w="12700">
            <a:solidFill>
              <a:srgbClr val="4F7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09360" y="1389888"/>
            <a:ext cx="2103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F1 500 mA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95360" y="1389888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osigurač / polyfuse za kratki spoj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048256"/>
            <a:ext cx="210312" cy="210312"/>
          </a:xfrm>
          <a:prstGeom prst="ellipse">
            <a:avLst/>
          </a:prstGeom>
          <a:solidFill>
            <a:srgbClr val="4F7B5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09360" y="2011680"/>
            <a:ext cx="2103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 ON/OFF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95360" y="2011680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glavni prekidač napajanja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670048"/>
            <a:ext cx="210312" cy="210312"/>
          </a:xfrm>
          <a:prstGeom prst="ellipse">
            <a:avLst/>
          </a:prstGeom>
          <a:solidFill>
            <a:srgbClr val="4F7B5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09360" y="2633472"/>
            <a:ext cx="2103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D17 1N5819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595360" y="2633472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Schottky zaštita od obrnutog polariteta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91840"/>
            <a:ext cx="210312" cy="210312"/>
          </a:xfrm>
          <a:prstGeom prst="ellipse">
            <a:avLst/>
          </a:prstGeom>
          <a:solidFill>
            <a:srgbClr val="4F7B5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309360" y="3255264"/>
            <a:ext cx="2103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D18 SMBJ18A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595360" y="3255264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TVS zaštita od prenapona na 12 V ulazu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913632"/>
            <a:ext cx="210312" cy="210312"/>
          </a:xfrm>
          <a:prstGeom prst="ellipse">
            <a:avLst/>
          </a:prstGeom>
          <a:solidFill>
            <a:srgbClr val="4F7B5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309360" y="3877056"/>
            <a:ext cx="2103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1-2450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595360" y="3877056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step-down regulator: 12 V → 5 V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535424"/>
            <a:ext cx="210312" cy="210312"/>
          </a:xfrm>
          <a:prstGeom prst="ellipse">
            <a:avLst/>
          </a:prstGeom>
          <a:solidFill>
            <a:srgbClr val="4F7B5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309360" y="4498848"/>
            <a:ext cx="21031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ulaz / izlaz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595360" y="4498848"/>
            <a:ext cx="301752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D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stabilizacija i filtriranje napona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89320" y="5349240"/>
            <a:ext cx="4392930" cy="585205"/>
          </a:xfrm>
          <a:prstGeom prst="roundRect">
            <a:avLst>
              <a:gd name="adj" fmla="val 10938"/>
            </a:avLst>
          </a:prstGeom>
          <a:solidFill>
            <a:srgbClr val="EEF4EF"/>
          </a:solidFill>
          <a:ln w="12700">
            <a:solidFill>
              <a:srgbClr val="4F7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172200" y="5504688"/>
            <a:ext cx="48920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50" b="1" dirty="0">
                <a:solidFill>
                  <a:srgbClr val="4F7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Važno: NE555, 74HC595 i ULN2803 logika idu na +5V.</a:t>
            </a:r>
            <a:endParaRPr lang="en-US" sz="13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004C783-7911-1C0F-87F7-782277727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11509"/>
            <a:ext cx="4069842" cy="5183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D33C8-DA45-CEAE-4EA1-6347FF8A1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B93481-67F5-6751-C2D1-FE5893CCF36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4F23AE-AB4B-C471-818C-C90EAC0D51F8}"/>
              </a:ext>
            </a:extLst>
          </p:cNvPr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Napajanje i zaštita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5ED948-786D-44D0-14A7-116C0DB9E3EF}"/>
              </a:ext>
            </a:extLst>
          </p:cNvPr>
          <p:cNvSpPr/>
          <p:nvPr/>
        </p:nvSpPr>
        <p:spPr>
          <a:xfrm>
            <a:off x="521208" y="69494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666"/>
                </a:solidFill>
              </a:rPr>
              <a:t>12 V baterija se prvo štiti, zatim spušta na stabilnih 5 V</a:t>
            </a:r>
            <a:endParaRPr lang="en-US" sz="12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1A322D2-7AAA-7639-66C5-EE21FFF6A979}"/>
              </a:ext>
            </a:extLst>
          </p:cNvPr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2700">
            <a:solidFill>
              <a:srgbClr val="D1D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B041776C-1B13-EA5E-766F-63EB39302E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838317"/>
              </p:ext>
            </p:extLst>
          </p:nvPr>
        </p:nvGraphicFramePr>
        <p:xfrm>
          <a:off x="984123" y="1762887"/>
          <a:ext cx="9772650" cy="3661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06959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9718"/>
            <a:ext cx="12534900" cy="6858000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Elektronsko jezgro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69494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666"/>
                </a:solidFill>
              </a:rPr>
              <a:t>Tri čipa imaju jasne uloge u lancu signala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2700">
            <a:solidFill>
              <a:srgbClr val="D1D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flipV="1">
            <a:off x="2995612" y="1993393"/>
            <a:ext cx="2148840" cy="14081"/>
          </a:xfrm>
          <a:prstGeom prst="line">
            <a:avLst/>
          </a:prstGeom>
          <a:noFill/>
          <a:ln w="17780">
            <a:solidFill>
              <a:srgbClr val="4F7B59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293292" y="1974889"/>
            <a:ext cx="2218373" cy="0"/>
          </a:xfrm>
          <a:prstGeom prst="line">
            <a:avLst/>
          </a:prstGeom>
          <a:noFill/>
          <a:ln w="17780">
            <a:solidFill>
              <a:srgbClr val="4F7B5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6772" y="1193293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4F7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2978" y="1344169"/>
            <a:ext cx="1828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7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NE555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72978" y="1647824"/>
            <a:ext cx="1828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Clock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impulsi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2978" y="2521455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 3 → CLK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44452" y="1192530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4F7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4471" y="1344169"/>
            <a:ext cx="1828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7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74HC595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4471" y="1645158"/>
            <a:ext cx="1828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Sekvenca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QA–QH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04471" y="2521455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 11/12 ← CLK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509760" y="1193293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240">
            <a:solidFill>
              <a:srgbClr val="4F7B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69780" y="1344169"/>
            <a:ext cx="1828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7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ULN2803A</a:t>
            </a:r>
            <a:endParaRPr lang="en-US" sz="2000" dirty="0">
              <a:solidFill>
                <a:srgbClr val="4F7B59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92640" y="1647824"/>
            <a:ext cx="1828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Drajver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katoda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92640" y="2521455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D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OUT1–OUT8 → LED</a:t>
            </a:r>
            <a:endParaRPr lang="en-US" sz="11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C58DC89-4A7B-417C-2610-4DB4601E8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710" y="2871791"/>
            <a:ext cx="9515475" cy="34156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E1DC1-6E33-3B62-3AE2-53494D7A1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EE46047-9DD3-DDE2-48A7-EB74CEC0CFBB}"/>
              </a:ext>
            </a:extLst>
          </p:cNvPr>
          <p:cNvSpPr/>
          <p:nvPr/>
        </p:nvSpPr>
        <p:spPr>
          <a:xfrm>
            <a:off x="0" y="-29718"/>
            <a:ext cx="12534900" cy="6858000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935FA5-772A-E3C9-F98E-B831162F42FD}"/>
              </a:ext>
            </a:extLst>
          </p:cNvPr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Elektronsko jezgro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CC75463-372A-9E5C-880E-F5ED8A850DD4}"/>
              </a:ext>
            </a:extLst>
          </p:cNvPr>
          <p:cNvSpPr/>
          <p:nvPr/>
        </p:nvSpPr>
        <p:spPr>
          <a:xfrm>
            <a:off x="521208" y="69494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666"/>
                </a:solidFill>
              </a:rPr>
              <a:t>Tri čipa imaju jasne uloge u lancu signala</a:t>
            </a:r>
            <a:endParaRPr lang="en-US" sz="12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FCE4485-FF59-6208-1FCF-0988A70C6768}"/>
              </a:ext>
            </a:extLst>
          </p:cNvPr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2700">
            <a:solidFill>
              <a:srgbClr val="D1D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8EA9B22-7105-FBF0-3A8A-8B166C648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134" y="3249169"/>
            <a:ext cx="9515475" cy="3415624"/>
          </a:xfrm>
          <a:prstGeom prst="rect">
            <a:avLst/>
          </a:prstGeom>
        </p:spPr>
      </p:pic>
      <p:graphicFrame>
        <p:nvGraphicFramePr>
          <p:cNvPr id="23" name="Diagram 22">
            <a:extLst>
              <a:ext uri="{FF2B5EF4-FFF2-40B4-BE49-F238E27FC236}">
                <a16:creationId xmlns:a16="http://schemas.microsoft.com/office/drawing/2014/main" id="{43DD582E-DFF6-2927-B7CF-D620250D71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5559078"/>
              </p:ext>
            </p:extLst>
          </p:nvPr>
        </p:nvGraphicFramePr>
        <p:xfrm>
          <a:off x="661646" y="1005840"/>
          <a:ext cx="10883948" cy="23391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6205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49FDF2-1186-DEDF-41DA-B5CBBA2B9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595365-EA81-7BEB-B3B5-47D678AF4DAB}"/>
              </a:ext>
            </a:extLst>
          </p:cNvPr>
          <p:cNvSpPr/>
          <p:nvPr/>
        </p:nvSpPr>
        <p:spPr>
          <a:xfrm>
            <a:off x="305" y="-13975"/>
            <a:ext cx="12191695" cy="6858000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3C1C08-540A-8A83-B2BC-99B624603020}"/>
              </a:ext>
            </a:extLst>
          </p:cNvPr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Redosled paljenja LED dioda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9C1096F-BC20-5833-9B5B-9FA0BC347288}"/>
              </a:ext>
            </a:extLst>
          </p:cNvPr>
          <p:cNvSpPr/>
          <p:nvPr/>
        </p:nvSpPr>
        <p:spPr>
          <a:xfrm>
            <a:off x="521208" y="69494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D6666"/>
                </a:solidFill>
              </a:rPr>
              <a:t>Efekat je “punjenje” niza, ne pojedinačno treptanje</a:t>
            </a:r>
            <a:endParaRPr lang="en-US" sz="12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7B1F2AD-F5E6-210A-04F2-2827A43A43B1}"/>
              </a:ext>
            </a:extLst>
          </p:cNvPr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2700">
            <a:solidFill>
              <a:srgbClr val="D1D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959873D-95C6-EAC3-6EAB-3D557CDF4CDF}"/>
              </a:ext>
            </a:extLst>
          </p:cNvPr>
          <p:cNvSpPr/>
          <p:nvPr/>
        </p:nvSpPr>
        <p:spPr>
          <a:xfrm>
            <a:off x="1051560" y="189280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57059B3-718E-76BD-B44A-3A419710C7F2}"/>
              </a:ext>
            </a:extLst>
          </p:cNvPr>
          <p:cNvSpPr/>
          <p:nvPr/>
        </p:nvSpPr>
        <p:spPr>
          <a:xfrm>
            <a:off x="1874520" y="1892808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35035D7-252E-A4AC-F9AD-ACDA6E6D6232}"/>
              </a:ext>
            </a:extLst>
          </p:cNvPr>
          <p:cNvSpPr/>
          <p:nvPr/>
        </p:nvSpPr>
        <p:spPr>
          <a:xfrm>
            <a:off x="2258568" y="1892808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A396C01-C935-468D-49B3-97D051D46FCB}"/>
              </a:ext>
            </a:extLst>
          </p:cNvPr>
          <p:cNvSpPr/>
          <p:nvPr/>
        </p:nvSpPr>
        <p:spPr>
          <a:xfrm>
            <a:off x="2642616" y="1892808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1512663-F806-EC6B-D9D7-46305EF2A702}"/>
              </a:ext>
            </a:extLst>
          </p:cNvPr>
          <p:cNvSpPr/>
          <p:nvPr/>
        </p:nvSpPr>
        <p:spPr>
          <a:xfrm>
            <a:off x="3026664" y="1892808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5EB98C9-12A5-9860-807A-C5D398680338}"/>
              </a:ext>
            </a:extLst>
          </p:cNvPr>
          <p:cNvSpPr/>
          <p:nvPr/>
        </p:nvSpPr>
        <p:spPr>
          <a:xfrm>
            <a:off x="3410712" y="1892808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411CE1D-E20A-1B7F-4F3D-9B3F1ADF65E3}"/>
              </a:ext>
            </a:extLst>
          </p:cNvPr>
          <p:cNvSpPr/>
          <p:nvPr/>
        </p:nvSpPr>
        <p:spPr>
          <a:xfrm>
            <a:off x="3794760" y="1892808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0B98295-7AB6-DB4C-0734-9ADCEC9CDA4D}"/>
              </a:ext>
            </a:extLst>
          </p:cNvPr>
          <p:cNvSpPr/>
          <p:nvPr/>
        </p:nvSpPr>
        <p:spPr>
          <a:xfrm>
            <a:off x="4178808" y="1892808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F806EA1-54D0-078B-25B0-32E7D1661570}"/>
              </a:ext>
            </a:extLst>
          </p:cNvPr>
          <p:cNvSpPr/>
          <p:nvPr/>
        </p:nvSpPr>
        <p:spPr>
          <a:xfrm>
            <a:off x="4562856" y="1892808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5B8091D-6406-62B1-3536-A45C1858810F}"/>
              </a:ext>
            </a:extLst>
          </p:cNvPr>
          <p:cNvSpPr/>
          <p:nvPr/>
        </p:nvSpPr>
        <p:spPr>
          <a:xfrm>
            <a:off x="1051560" y="2368296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E1585E0-79BE-6566-3126-5B49BAD87ED1}"/>
              </a:ext>
            </a:extLst>
          </p:cNvPr>
          <p:cNvSpPr/>
          <p:nvPr/>
        </p:nvSpPr>
        <p:spPr>
          <a:xfrm>
            <a:off x="1874520" y="2368296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F30A828-B4AC-6017-5052-909452383B58}"/>
              </a:ext>
            </a:extLst>
          </p:cNvPr>
          <p:cNvSpPr/>
          <p:nvPr/>
        </p:nvSpPr>
        <p:spPr>
          <a:xfrm>
            <a:off x="2258568" y="2368296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334B4A7-32B9-8956-9875-A0B0CE564F6A}"/>
              </a:ext>
            </a:extLst>
          </p:cNvPr>
          <p:cNvSpPr/>
          <p:nvPr/>
        </p:nvSpPr>
        <p:spPr>
          <a:xfrm>
            <a:off x="2642616" y="2368296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DC7C127-CA1F-FA0D-A109-A1AEEC5F98CE}"/>
              </a:ext>
            </a:extLst>
          </p:cNvPr>
          <p:cNvSpPr/>
          <p:nvPr/>
        </p:nvSpPr>
        <p:spPr>
          <a:xfrm>
            <a:off x="3026664" y="2368296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38DBD7C-7110-4DCA-2123-0E178F3EF8C3}"/>
              </a:ext>
            </a:extLst>
          </p:cNvPr>
          <p:cNvSpPr/>
          <p:nvPr/>
        </p:nvSpPr>
        <p:spPr>
          <a:xfrm>
            <a:off x="3410712" y="2368296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32D5E96F-D024-5A96-BE7B-82989E0E840A}"/>
              </a:ext>
            </a:extLst>
          </p:cNvPr>
          <p:cNvSpPr/>
          <p:nvPr/>
        </p:nvSpPr>
        <p:spPr>
          <a:xfrm>
            <a:off x="3794760" y="2368296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D8650D5A-4D6A-27E9-5192-F533ADC2A2A5}"/>
              </a:ext>
            </a:extLst>
          </p:cNvPr>
          <p:cNvSpPr/>
          <p:nvPr/>
        </p:nvSpPr>
        <p:spPr>
          <a:xfrm>
            <a:off x="4178808" y="2368296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BE7C083-880C-87F7-80F6-3DFC67AC77B7}"/>
              </a:ext>
            </a:extLst>
          </p:cNvPr>
          <p:cNvSpPr/>
          <p:nvPr/>
        </p:nvSpPr>
        <p:spPr>
          <a:xfrm>
            <a:off x="4562856" y="2368296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8F37B71-BE96-A89C-BD60-390C3D8451A9}"/>
              </a:ext>
            </a:extLst>
          </p:cNvPr>
          <p:cNvSpPr/>
          <p:nvPr/>
        </p:nvSpPr>
        <p:spPr>
          <a:xfrm>
            <a:off x="1051560" y="2843784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AF82D523-6F39-12C1-6655-73E8D449B542}"/>
              </a:ext>
            </a:extLst>
          </p:cNvPr>
          <p:cNvSpPr/>
          <p:nvPr/>
        </p:nvSpPr>
        <p:spPr>
          <a:xfrm>
            <a:off x="1874520" y="2843784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0CE18B8-CB05-4A5D-186D-A0A97177DF6B}"/>
              </a:ext>
            </a:extLst>
          </p:cNvPr>
          <p:cNvSpPr/>
          <p:nvPr/>
        </p:nvSpPr>
        <p:spPr>
          <a:xfrm>
            <a:off x="2258568" y="2843784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E5BC39A-6BFD-B634-96DF-29687EE541F4}"/>
              </a:ext>
            </a:extLst>
          </p:cNvPr>
          <p:cNvSpPr/>
          <p:nvPr/>
        </p:nvSpPr>
        <p:spPr>
          <a:xfrm>
            <a:off x="2642616" y="2843784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77022050-DDE7-6678-DFD1-0B2DC64D8D1C}"/>
              </a:ext>
            </a:extLst>
          </p:cNvPr>
          <p:cNvSpPr/>
          <p:nvPr/>
        </p:nvSpPr>
        <p:spPr>
          <a:xfrm>
            <a:off x="3026664" y="2843784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CAF47E17-651E-C736-8662-4C5B5C7CDE0E}"/>
              </a:ext>
            </a:extLst>
          </p:cNvPr>
          <p:cNvSpPr/>
          <p:nvPr/>
        </p:nvSpPr>
        <p:spPr>
          <a:xfrm>
            <a:off x="3410712" y="2843784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C1A32F2B-C425-70D7-6594-5020FFE33F19}"/>
              </a:ext>
            </a:extLst>
          </p:cNvPr>
          <p:cNvSpPr/>
          <p:nvPr/>
        </p:nvSpPr>
        <p:spPr>
          <a:xfrm>
            <a:off x="3794760" y="2843784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F9438BBB-D179-AB53-1256-3A1BA4A9EA71}"/>
              </a:ext>
            </a:extLst>
          </p:cNvPr>
          <p:cNvSpPr/>
          <p:nvPr/>
        </p:nvSpPr>
        <p:spPr>
          <a:xfrm>
            <a:off x="4178808" y="2843784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86589F6F-38B0-F5B0-D5C8-A340D83318BD}"/>
              </a:ext>
            </a:extLst>
          </p:cNvPr>
          <p:cNvSpPr/>
          <p:nvPr/>
        </p:nvSpPr>
        <p:spPr>
          <a:xfrm>
            <a:off x="4562856" y="2843784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FEF44E9A-36AF-8CA5-B400-66F9357F470A}"/>
              </a:ext>
            </a:extLst>
          </p:cNvPr>
          <p:cNvSpPr/>
          <p:nvPr/>
        </p:nvSpPr>
        <p:spPr>
          <a:xfrm>
            <a:off x="1051560" y="3319272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9F4CF77D-9652-2C3E-E5AA-F2862D161365}"/>
              </a:ext>
            </a:extLst>
          </p:cNvPr>
          <p:cNvSpPr/>
          <p:nvPr/>
        </p:nvSpPr>
        <p:spPr>
          <a:xfrm>
            <a:off x="1874520" y="3319272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29279EAC-2DA7-A93F-9E34-E8C845BAF720}"/>
              </a:ext>
            </a:extLst>
          </p:cNvPr>
          <p:cNvSpPr/>
          <p:nvPr/>
        </p:nvSpPr>
        <p:spPr>
          <a:xfrm>
            <a:off x="2258568" y="3319272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DC1D1B31-0004-4AD8-A038-2263C10B34F9}"/>
              </a:ext>
            </a:extLst>
          </p:cNvPr>
          <p:cNvSpPr/>
          <p:nvPr/>
        </p:nvSpPr>
        <p:spPr>
          <a:xfrm>
            <a:off x="2642616" y="3319272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3B8AC5C-5437-E5E1-82FF-EE73D838B174}"/>
              </a:ext>
            </a:extLst>
          </p:cNvPr>
          <p:cNvSpPr/>
          <p:nvPr/>
        </p:nvSpPr>
        <p:spPr>
          <a:xfrm>
            <a:off x="3026664" y="3319272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E48CCFDF-41A4-44C4-7C71-85E309B7E48C}"/>
              </a:ext>
            </a:extLst>
          </p:cNvPr>
          <p:cNvSpPr/>
          <p:nvPr/>
        </p:nvSpPr>
        <p:spPr>
          <a:xfrm>
            <a:off x="3410712" y="3319272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A1D4C407-0540-EA17-3F87-06466D3CE660}"/>
              </a:ext>
            </a:extLst>
          </p:cNvPr>
          <p:cNvSpPr/>
          <p:nvPr/>
        </p:nvSpPr>
        <p:spPr>
          <a:xfrm>
            <a:off x="3794760" y="3319272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2332430F-8C41-C695-1956-856A3FE69713}"/>
              </a:ext>
            </a:extLst>
          </p:cNvPr>
          <p:cNvSpPr/>
          <p:nvPr/>
        </p:nvSpPr>
        <p:spPr>
          <a:xfrm>
            <a:off x="4178808" y="3319272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2D08F278-E035-4DE0-7203-517047D46F09}"/>
              </a:ext>
            </a:extLst>
          </p:cNvPr>
          <p:cNvSpPr/>
          <p:nvPr/>
        </p:nvSpPr>
        <p:spPr>
          <a:xfrm>
            <a:off x="4562856" y="3319272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6504BAF1-3D38-109B-3161-DBA54053517C}"/>
              </a:ext>
            </a:extLst>
          </p:cNvPr>
          <p:cNvSpPr/>
          <p:nvPr/>
        </p:nvSpPr>
        <p:spPr>
          <a:xfrm>
            <a:off x="1051560" y="3794760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0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69DA3410-6A9F-7E59-7162-59C560A1A663}"/>
              </a:ext>
            </a:extLst>
          </p:cNvPr>
          <p:cNvSpPr/>
          <p:nvPr/>
        </p:nvSpPr>
        <p:spPr>
          <a:xfrm>
            <a:off x="1874520" y="3794760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6F7AF244-15A0-222B-6937-A4C4AF62F7D1}"/>
              </a:ext>
            </a:extLst>
          </p:cNvPr>
          <p:cNvSpPr/>
          <p:nvPr/>
        </p:nvSpPr>
        <p:spPr>
          <a:xfrm>
            <a:off x="2258568" y="3794760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738B00AC-17BA-DAE7-CAA5-70B1D8C25975}"/>
              </a:ext>
            </a:extLst>
          </p:cNvPr>
          <p:cNvSpPr/>
          <p:nvPr/>
        </p:nvSpPr>
        <p:spPr>
          <a:xfrm>
            <a:off x="2642616" y="3794760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2963B506-80F8-6B59-835D-EB2FA39E3575}"/>
              </a:ext>
            </a:extLst>
          </p:cNvPr>
          <p:cNvSpPr/>
          <p:nvPr/>
        </p:nvSpPr>
        <p:spPr>
          <a:xfrm>
            <a:off x="3026664" y="3794760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2113D6FA-D751-3162-EEF5-514422BA6CB3}"/>
              </a:ext>
            </a:extLst>
          </p:cNvPr>
          <p:cNvSpPr/>
          <p:nvPr/>
        </p:nvSpPr>
        <p:spPr>
          <a:xfrm>
            <a:off x="3410712" y="3794760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D90FEF90-FB4E-9028-4A4F-B1B841DE29F5}"/>
              </a:ext>
            </a:extLst>
          </p:cNvPr>
          <p:cNvSpPr/>
          <p:nvPr/>
        </p:nvSpPr>
        <p:spPr>
          <a:xfrm>
            <a:off x="3794760" y="3794760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A855E054-6E42-0383-C4AA-F7F21E29C5D7}"/>
              </a:ext>
            </a:extLst>
          </p:cNvPr>
          <p:cNvSpPr/>
          <p:nvPr/>
        </p:nvSpPr>
        <p:spPr>
          <a:xfrm>
            <a:off x="4178808" y="3794760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1D57EFEE-4751-7A7B-9AF2-5661629E78A7}"/>
              </a:ext>
            </a:extLst>
          </p:cNvPr>
          <p:cNvSpPr/>
          <p:nvPr/>
        </p:nvSpPr>
        <p:spPr>
          <a:xfrm>
            <a:off x="4562856" y="3794760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7970689E-9048-30FC-C05F-F865C5E6B834}"/>
              </a:ext>
            </a:extLst>
          </p:cNvPr>
          <p:cNvSpPr/>
          <p:nvPr/>
        </p:nvSpPr>
        <p:spPr>
          <a:xfrm>
            <a:off x="1051560" y="427024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30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F54AF7B7-7A65-9E1B-EE35-04D859753C44}"/>
              </a:ext>
            </a:extLst>
          </p:cNvPr>
          <p:cNvSpPr/>
          <p:nvPr/>
        </p:nvSpPr>
        <p:spPr>
          <a:xfrm>
            <a:off x="1874520" y="4270248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ABF12C86-3034-3730-AA3B-1279F79EC524}"/>
              </a:ext>
            </a:extLst>
          </p:cNvPr>
          <p:cNvSpPr/>
          <p:nvPr/>
        </p:nvSpPr>
        <p:spPr>
          <a:xfrm>
            <a:off x="2258568" y="4270248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A272F856-F709-1E29-891D-98A5FFBA39E7}"/>
              </a:ext>
            </a:extLst>
          </p:cNvPr>
          <p:cNvSpPr/>
          <p:nvPr/>
        </p:nvSpPr>
        <p:spPr>
          <a:xfrm>
            <a:off x="2642616" y="4270248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809D1E06-8CD6-DA14-9FD6-D9426C73EB9B}"/>
              </a:ext>
            </a:extLst>
          </p:cNvPr>
          <p:cNvSpPr/>
          <p:nvPr/>
        </p:nvSpPr>
        <p:spPr>
          <a:xfrm>
            <a:off x="3026664" y="4270248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85F9F720-EC89-B540-33FB-68654333F6F8}"/>
              </a:ext>
            </a:extLst>
          </p:cNvPr>
          <p:cNvSpPr/>
          <p:nvPr/>
        </p:nvSpPr>
        <p:spPr>
          <a:xfrm>
            <a:off x="3410712" y="4270248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AF15A39E-7740-7753-7474-A6861AC19F92}"/>
              </a:ext>
            </a:extLst>
          </p:cNvPr>
          <p:cNvSpPr/>
          <p:nvPr/>
        </p:nvSpPr>
        <p:spPr>
          <a:xfrm>
            <a:off x="3794760" y="4270248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7365AD56-2E30-8C6F-562D-4384F8238A0B}"/>
              </a:ext>
            </a:extLst>
          </p:cNvPr>
          <p:cNvSpPr/>
          <p:nvPr/>
        </p:nvSpPr>
        <p:spPr>
          <a:xfrm>
            <a:off x="4178808" y="4270248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9EAA0DB8-311D-2790-44AF-653E2BF09C0D}"/>
              </a:ext>
            </a:extLst>
          </p:cNvPr>
          <p:cNvSpPr/>
          <p:nvPr/>
        </p:nvSpPr>
        <p:spPr>
          <a:xfrm>
            <a:off x="4562856" y="4270248"/>
            <a:ext cx="201168" cy="201168"/>
          </a:xfrm>
          <a:prstGeom prst="ellipse">
            <a:avLst/>
          </a:prstGeom>
          <a:solidFill>
            <a:srgbClr val="E2E5E0"/>
          </a:solidFill>
          <a:ln w="12700">
            <a:solidFill>
              <a:srgbClr val="C6CD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A9EDFE19-E5FD-B6DF-38B5-4B71F9A60899}"/>
              </a:ext>
            </a:extLst>
          </p:cNvPr>
          <p:cNvSpPr/>
          <p:nvPr/>
        </p:nvSpPr>
        <p:spPr>
          <a:xfrm>
            <a:off x="1051560" y="4745736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300" dirty="0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F9C8577B-9005-6F55-1C72-848E01785BFE}"/>
              </a:ext>
            </a:extLst>
          </p:cNvPr>
          <p:cNvSpPr/>
          <p:nvPr/>
        </p:nvSpPr>
        <p:spPr>
          <a:xfrm>
            <a:off x="1874520" y="4745736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C1A5EC5F-CA4E-0807-F7B6-3ED11D47E5B4}"/>
              </a:ext>
            </a:extLst>
          </p:cNvPr>
          <p:cNvSpPr/>
          <p:nvPr/>
        </p:nvSpPr>
        <p:spPr>
          <a:xfrm>
            <a:off x="2258568" y="4745736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7C5DE315-D6E7-959F-2E2F-6AA7DA74D71C}"/>
              </a:ext>
            </a:extLst>
          </p:cNvPr>
          <p:cNvSpPr/>
          <p:nvPr/>
        </p:nvSpPr>
        <p:spPr>
          <a:xfrm>
            <a:off x="2642616" y="4745736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8C69A245-B43D-1377-D8DC-E50678DE2015}"/>
              </a:ext>
            </a:extLst>
          </p:cNvPr>
          <p:cNvSpPr/>
          <p:nvPr/>
        </p:nvSpPr>
        <p:spPr>
          <a:xfrm>
            <a:off x="3026664" y="4745736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47954DF3-313D-3A24-D0C2-13C5FFB1B83D}"/>
              </a:ext>
            </a:extLst>
          </p:cNvPr>
          <p:cNvSpPr/>
          <p:nvPr/>
        </p:nvSpPr>
        <p:spPr>
          <a:xfrm>
            <a:off x="3410712" y="4745736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2860AE1D-8422-999A-C07F-A15F66BAF921}"/>
              </a:ext>
            </a:extLst>
          </p:cNvPr>
          <p:cNvSpPr/>
          <p:nvPr/>
        </p:nvSpPr>
        <p:spPr>
          <a:xfrm>
            <a:off x="3794760" y="4745736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09B154D5-E196-0A62-505D-F0D1F06F9624}"/>
              </a:ext>
            </a:extLst>
          </p:cNvPr>
          <p:cNvSpPr/>
          <p:nvPr/>
        </p:nvSpPr>
        <p:spPr>
          <a:xfrm>
            <a:off x="4178808" y="4745736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E55D57D1-00A2-2340-E135-544758A0A40D}"/>
              </a:ext>
            </a:extLst>
          </p:cNvPr>
          <p:cNvSpPr/>
          <p:nvPr/>
        </p:nvSpPr>
        <p:spPr>
          <a:xfrm>
            <a:off x="4562856" y="4745736"/>
            <a:ext cx="201168" cy="201168"/>
          </a:xfrm>
          <a:prstGeom prst="ellipse">
            <a:avLst/>
          </a:prstGeom>
          <a:solidFill>
            <a:srgbClr val="D9291C"/>
          </a:solidFill>
          <a:ln w="12700">
            <a:solidFill>
              <a:srgbClr val="B30E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DD72E309-5AE3-5B78-DCDD-F532E3DF7F4C}"/>
              </a:ext>
            </a:extLst>
          </p:cNvPr>
          <p:cNvSpPr/>
          <p:nvPr/>
        </p:nvSpPr>
        <p:spPr>
          <a:xfrm>
            <a:off x="6903720" y="1225296"/>
            <a:ext cx="4114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Kako se čita sekvenca</a:t>
            </a:r>
            <a:endParaRPr lang="en-US" sz="2300" dirty="0"/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CEFB2411-804E-057C-ABDA-1C2F72D16FBC}"/>
              </a:ext>
            </a:extLst>
          </p:cNvPr>
          <p:cNvSpPr/>
          <p:nvPr/>
        </p:nvSpPr>
        <p:spPr>
          <a:xfrm>
            <a:off x="6903720" y="2109978"/>
            <a:ext cx="416052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F2728"/>
                </a:solidFill>
              </a:rPr>
              <a:t>• NE555 generiše impulse: 0 → 5 V → 0 → 5 V…
• 74HC595 na svaki impuls dodaje još jednu “1”.
• ULN2803A uključuje odgovarajuće LED </a:t>
            </a:r>
            <a:r>
              <a:rPr lang="en-US" sz="1550" dirty="0" err="1">
                <a:solidFill>
                  <a:srgbClr val="1F2728"/>
                </a:solidFill>
              </a:rPr>
              <a:t>katode</a:t>
            </a:r>
            <a:r>
              <a:rPr lang="en-US" sz="1550" dirty="0">
                <a:solidFill>
                  <a:srgbClr val="1F2728"/>
                </a:solidFill>
              </a:rPr>
              <a:t>       ka GND.
• Kad dođe do QH, tranzistor resetuje 74HC595 i ciklus kreće od </a:t>
            </a:r>
            <a:r>
              <a:rPr lang="en-US" sz="1550" dirty="0" err="1">
                <a:solidFill>
                  <a:srgbClr val="1F2728"/>
                </a:solidFill>
              </a:rPr>
              <a:t>početka</a:t>
            </a:r>
            <a:r>
              <a:rPr lang="en-US" sz="1550" dirty="0">
                <a:solidFill>
                  <a:srgbClr val="1F2728"/>
                </a:solidFill>
              </a:rPr>
              <a:t>.</a:t>
            </a:r>
          </a:p>
          <a:p>
            <a:pPr marL="0" indent="0">
              <a:buNone/>
            </a:pPr>
            <a:endParaRPr lang="en-US" sz="1550" dirty="0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EB70C0CF-22E1-DC87-2AD9-3F507D39DA28}"/>
              </a:ext>
            </a:extLst>
          </p:cNvPr>
          <p:cNvSpPr/>
          <p:nvPr/>
        </p:nvSpPr>
        <p:spPr>
          <a:xfrm>
            <a:off x="502920" y="5411365"/>
            <a:ext cx="4114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D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Elektronika uvek pravi istu sekvencu. Prekidač samo određuje koja LED strana dobija +5 V.</a:t>
            </a:r>
            <a:endParaRPr lang="en-US" sz="1400" dirty="0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0FECC5CC-5142-1AAA-8365-8E1CAE41A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98" y="1285606"/>
            <a:ext cx="5134692" cy="4010585"/>
          </a:xfrm>
          <a:prstGeom prst="rect">
            <a:avLst/>
          </a:prstGeom>
        </p:spPr>
      </p:pic>
      <p:sp>
        <p:nvSpPr>
          <p:cNvPr id="6" name="Shape 88">
            <a:extLst>
              <a:ext uri="{FF2B5EF4-FFF2-40B4-BE49-F238E27FC236}">
                <a16:creationId xmlns:a16="http://schemas.microsoft.com/office/drawing/2014/main" id="{ED77EB9A-8DDA-5023-054D-FC3E20615BBA}"/>
              </a:ext>
            </a:extLst>
          </p:cNvPr>
          <p:cNvSpPr/>
          <p:nvPr/>
        </p:nvSpPr>
        <p:spPr>
          <a:xfrm>
            <a:off x="7607808" y="1641608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D9291C"/>
          </a:solidFill>
          <a:ln w="12700">
            <a:solidFill>
              <a:srgbClr val="D9291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8AB69F7E-50C9-3D12-88BA-0ED155E54BFA}"/>
              </a:ext>
            </a:extLst>
          </p:cNvPr>
          <p:cNvSpPr/>
          <p:nvPr/>
        </p:nvSpPr>
        <p:spPr>
          <a:xfrm>
            <a:off x="7607808" y="1677794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Levo ili desno bira SW1</a:t>
            </a:r>
            <a:endParaRPr lang="en-US" sz="11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2DF946-90AB-9CD3-79E8-9083B330E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370" y="3520440"/>
            <a:ext cx="6325576" cy="188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098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591064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PCB raspored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2700">
            <a:solidFill>
              <a:srgbClr val="D1D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60920" y="1906697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59"/>
                </a:solidFill>
              </a:rPr>
              <a:t>✓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35240" y="1874520"/>
            <a:ext cx="3977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 diode su na donjoj ivici: 8 levo + 8 desno.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60920" y="240724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59"/>
                </a:solidFill>
              </a:rPr>
              <a:t>✓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635240" y="2395728"/>
            <a:ext cx="3977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 čipovi u sredini: lak pristup i kraće veze.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60920" y="294708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59"/>
                </a:solidFill>
              </a:rPr>
              <a:t>✓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35240" y="2916936"/>
            <a:ext cx="3977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Napajanje i TSR regulator su gore levo / gore.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60920" y="335127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59"/>
                </a:solidFill>
              </a:rPr>
              <a:t>✓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635240" y="3438144"/>
            <a:ext cx="3977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Rupe za šrafove su u uglovima, uz odstojanje od ivice.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60920" y="38862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59"/>
                </a:solidFill>
              </a:rPr>
              <a:t>✓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35240" y="3959352"/>
            <a:ext cx="3977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r>
              <a:rPr lang="en-US" sz="1400" dirty="0" err="1"/>
              <a:t>Komponente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raspoređene</a:t>
            </a:r>
            <a:r>
              <a:rPr lang="en-US" sz="1400" dirty="0"/>
              <a:t> </a:t>
            </a:r>
            <a:r>
              <a:rPr lang="en-US" sz="1400" dirty="0" err="1"/>
              <a:t>tako</a:t>
            </a:r>
            <a:r>
              <a:rPr lang="en-US" sz="1400" dirty="0"/>
              <a:t> da LED </a:t>
            </a:r>
            <a:r>
              <a:rPr lang="en-US" sz="1400" dirty="0" err="1"/>
              <a:t>nizovi</a:t>
            </a:r>
            <a:r>
              <a:rPr lang="en-US" sz="1400" dirty="0"/>
              <a:t> </a:t>
            </a:r>
            <a:r>
              <a:rPr lang="en-US" sz="1400" dirty="0" err="1"/>
              <a:t>budu</a:t>
            </a:r>
            <a:r>
              <a:rPr lang="en-US" sz="1400" dirty="0"/>
              <a:t> </a:t>
            </a:r>
            <a:r>
              <a:rPr lang="en-US" sz="1400" dirty="0" err="1"/>
              <a:t>uz</a:t>
            </a:r>
            <a:r>
              <a:rPr lang="en-US" sz="1400" dirty="0"/>
              <a:t> </a:t>
            </a:r>
            <a:r>
              <a:rPr lang="en-US" sz="1400" dirty="0" err="1"/>
              <a:t>prozore</a:t>
            </a:r>
            <a:r>
              <a:rPr lang="en-US" sz="1400" dirty="0"/>
              <a:t> </a:t>
            </a:r>
            <a:r>
              <a:rPr lang="en-US" sz="1400" dirty="0" err="1"/>
              <a:t>poklopca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303306-A2A2-F7F0-FBD2-A9ECCD5F5AC4}"/>
              </a:ext>
            </a:extLst>
          </p:cNvPr>
          <p:cNvSpPr txBox="1"/>
          <p:nvPr/>
        </p:nvSpPr>
        <p:spPr>
          <a:xfrm>
            <a:off x="7284720" y="4421124"/>
            <a:ext cx="259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4F7B59"/>
                </a:solidFill>
              </a:rPr>
              <a:t>✓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527F53-8389-C3E4-AAD1-50C6943D7D16}"/>
              </a:ext>
            </a:extLst>
          </p:cNvPr>
          <p:cNvSpPr txBox="1"/>
          <p:nvPr/>
        </p:nvSpPr>
        <p:spPr>
          <a:xfrm>
            <a:off x="7543800" y="4474950"/>
            <a:ext cx="362807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Linije</a:t>
            </a:r>
            <a:r>
              <a:rPr lang="en-US" sz="1400" dirty="0"/>
              <a:t> za </a:t>
            </a:r>
            <a:r>
              <a:rPr lang="en-US" sz="1400" dirty="0" err="1"/>
              <a:t>napajanje</a:t>
            </a:r>
            <a:r>
              <a:rPr lang="en-US" sz="1400" dirty="0"/>
              <a:t> i GND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deblje</a:t>
            </a:r>
            <a:r>
              <a:rPr lang="en-US" sz="1400" dirty="0"/>
              <a:t> od </a:t>
            </a:r>
            <a:r>
              <a:rPr lang="en-US" sz="1400" dirty="0" err="1"/>
              <a:t>signalnih</a:t>
            </a:r>
            <a:r>
              <a:rPr lang="en-US" sz="1400" dirty="0"/>
              <a:t> </a:t>
            </a:r>
            <a:r>
              <a:rPr lang="en-US" sz="1400" dirty="0" err="1"/>
              <a:t>linija</a:t>
            </a:r>
            <a:r>
              <a:rPr lang="en-US" sz="1400" dirty="0"/>
              <a:t>, </a:t>
            </a:r>
            <a:r>
              <a:rPr lang="en-US" sz="1400" dirty="0" err="1"/>
              <a:t>kako</a:t>
            </a:r>
            <a:r>
              <a:rPr lang="en-US" sz="1400" dirty="0"/>
              <a:t> bi </a:t>
            </a:r>
            <a:r>
              <a:rPr lang="en-US" sz="1400" dirty="0" err="1"/>
              <a:t>bezbedno</a:t>
            </a:r>
            <a:r>
              <a:rPr lang="en-US" sz="1400" dirty="0"/>
              <a:t> </a:t>
            </a:r>
            <a:r>
              <a:rPr lang="en-US" sz="1400" dirty="0" err="1"/>
              <a:t>izdržale</a:t>
            </a:r>
            <a:r>
              <a:rPr lang="en-US" sz="1400" dirty="0"/>
              <a:t> </a:t>
            </a:r>
            <a:r>
              <a:rPr lang="en-US" sz="1400" dirty="0" err="1"/>
              <a:t>veću</a:t>
            </a:r>
            <a:r>
              <a:rPr lang="en-US" sz="1400" dirty="0"/>
              <a:t> </a:t>
            </a:r>
            <a:r>
              <a:rPr lang="en-US" sz="1400" dirty="0" err="1"/>
              <a:t>struju</a:t>
            </a:r>
            <a:r>
              <a:rPr lang="en-US" sz="1400" dirty="0"/>
              <a:t> i </a:t>
            </a:r>
            <a:r>
              <a:rPr lang="en-US" sz="1400" dirty="0" err="1"/>
              <a:t>smanjile</a:t>
            </a:r>
            <a:r>
              <a:rPr lang="en-US" sz="1400" dirty="0"/>
              <a:t> pad </a:t>
            </a:r>
            <a:r>
              <a:rPr lang="en-US" sz="1400" dirty="0" err="1"/>
              <a:t>napona</a:t>
            </a:r>
            <a:r>
              <a:rPr lang="en-US" sz="1400" dirty="0"/>
              <a:t> </a:t>
            </a:r>
            <a:r>
              <a:rPr lang="en-US" sz="1400" dirty="0" err="1"/>
              <a:t>na</a:t>
            </a:r>
            <a:r>
              <a:rPr lang="en-US" sz="1400" dirty="0"/>
              <a:t> </a:t>
            </a:r>
            <a:r>
              <a:rPr lang="en-US" sz="1400" dirty="0" err="1"/>
              <a:t>pločici</a:t>
            </a:r>
            <a:r>
              <a:rPr lang="en-US" sz="1400" dirty="0"/>
              <a:t>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51FDFF7-EED0-2716-A9FE-9BD3CE9729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8" t="2050" r="3222" b="1508"/>
          <a:stretch>
            <a:fillRect/>
          </a:stretch>
        </p:blipFill>
        <p:spPr>
          <a:xfrm>
            <a:off x="537210" y="1263987"/>
            <a:ext cx="5986768" cy="479505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4CAF4-EFE5-04F6-198D-53942A90A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C275716-5922-6204-AB52-9F4A82C8FF6E}"/>
              </a:ext>
            </a:extLst>
          </p:cNvPr>
          <p:cNvSpPr/>
          <p:nvPr/>
        </p:nvSpPr>
        <p:spPr>
          <a:xfrm>
            <a:off x="487680" y="5943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PCB raspored</a:t>
            </a:r>
            <a:endParaRPr lang="en-US" sz="3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39A785F-C23B-B723-751B-D065CEC9C760}"/>
              </a:ext>
            </a:extLst>
          </p:cNvPr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2700">
            <a:solidFill>
              <a:srgbClr val="D1D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data/prikaz_rasporeda_pcb_ploče.png">
            <a:extLst>
              <a:ext uri="{FF2B5EF4-FFF2-40B4-BE49-F238E27FC236}">
                <a16:creationId xmlns:a16="http://schemas.microsoft.com/office/drawing/2014/main" id="{566AEB4A-29D4-A4CF-F542-03D6A2FAB4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1" t="545" r="1547" b="1917"/>
          <a:stretch>
            <a:fillRect/>
          </a:stretch>
        </p:blipFill>
        <p:spPr>
          <a:xfrm>
            <a:off x="3143250" y="1158623"/>
            <a:ext cx="6229350" cy="5004433"/>
          </a:xfrm>
          <a:prstGeom prst="rect">
            <a:avLst/>
          </a:prstGeom>
        </p:spPr>
      </p:pic>
      <p:sp>
        <p:nvSpPr>
          <p:cNvPr id="16" name="Text 13">
            <a:extLst>
              <a:ext uri="{FF2B5EF4-FFF2-40B4-BE49-F238E27FC236}">
                <a16:creationId xmlns:a16="http://schemas.microsoft.com/office/drawing/2014/main" id="{8EB191F2-01C7-6EBE-D29B-5B05DC2FF8C2}"/>
              </a:ext>
            </a:extLst>
          </p:cNvPr>
          <p:cNvSpPr/>
          <p:nvPr/>
        </p:nvSpPr>
        <p:spPr>
          <a:xfrm>
            <a:off x="9372600" y="543153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F7B59"/>
                </a:solidFill>
              </a:rPr>
              <a:t>✓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213171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59436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Kućište i poklopac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12700">
            <a:solidFill>
              <a:srgbClr val="D1D7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6446520" y="1257301"/>
            <a:ext cx="52120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7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Dimenzioni koncept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6446519" y="1577340"/>
            <a:ext cx="4954906" cy="2018155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728"/>
                </a:solidFill>
              </a:rPr>
              <a:t> </a:t>
            </a:r>
            <a:r>
              <a:rPr lang="en-US" dirty="0" err="1">
                <a:solidFill>
                  <a:srgbClr val="1F2728"/>
                </a:solidFill>
              </a:rPr>
              <a:t>Kućište</a:t>
            </a:r>
            <a:r>
              <a:rPr lang="en-US" dirty="0">
                <a:solidFill>
                  <a:srgbClr val="1F2728"/>
                </a:solidFill>
              </a:rPr>
              <a:t> je </a:t>
            </a:r>
            <a:r>
              <a:rPr lang="en-US" dirty="0" err="1">
                <a:solidFill>
                  <a:srgbClr val="1F2728"/>
                </a:solidFill>
              </a:rPr>
              <a:t>dimenzija</a:t>
            </a:r>
            <a:r>
              <a:rPr lang="en-US" dirty="0">
                <a:solidFill>
                  <a:srgbClr val="1F2728"/>
                </a:solidFill>
              </a:rPr>
              <a:t>:</a:t>
            </a:r>
            <a:r>
              <a:rPr lang="sr-Latn-RS" dirty="0">
                <a:solidFill>
                  <a:srgbClr val="1F2728"/>
                </a:solidFill>
              </a:rPr>
              <a:t> 200</a:t>
            </a:r>
            <a:r>
              <a:rPr lang="en-US" dirty="0">
                <a:solidFill>
                  <a:srgbClr val="1F2728"/>
                </a:solidFill>
              </a:rPr>
              <a:t> × 1</a:t>
            </a:r>
            <a:r>
              <a:rPr lang="sr-Latn-RS" dirty="0">
                <a:solidFill>
                  <a:srgbClr val="1F2728"/>
                </a:solidFill>
              </a:rPr>
              <a:t>5</a:t>
            </a:r>
            <a:r>
              <a:rPr lang="en-US" dirty="0">
                <a:solidFill>
                  <a:srgbClr val="1F2728"/>
                </a:solidFill>
              </a:rPr>
              <a:t>0 × 50 mm.
 PCB je </a:t>
            </a:r>
            <a:r>
              <a:rPr lang="en-US" dirty="0" err="1">
                <a:solidFill>
                  <a:srgbClr val="1F2728"/>
                </a:solidFill>
              </a:rPr>
              <a:t>dimenzije</a:t>
            </a:r>
            <a:r>
              <a:rPr lang="en-US" dirty="0">
                <a:solidFill>
                  <a:srgbClr val="1F2728"/>
                </a:solidFill>
              </a:rPr>
              <a:t>: 153.5 × 122.5 mm.
 </a:t>
            </a:r>
            <a:r>
              <a:rPr lang="en-US" dirty="0" err="1">
                <a:solidFill>
                  <a:srgbClr val="1F2728"/>
                </a:solidFill>
              </a:rPr>
              <a:t>Poklopac</a:t>
            </a:r>
            <a:r>
              <a:rPr lang="en-US" dirty="0">
                <a:solidFill>
                  <a:srgbClr val="1F2728"/>
                </a:solidFill>
              </a:rPr>
              <a:t> </a:t>
            </a:r>
            <a:r>
              <a:rPr lang="en-US" dirty="0" err="1">
                <a:solidFill>
                  <a:srgbClr val="1F2728"/>
                </a:solidFill>
              </a:rPr>
              <a:t>sadr</a:t>
            </a:r>
            <a:r>
              <a:rPr lang="sr-Latn-RS" dirty="0">
                <a:solidFill>
                  <a:srgbClr val="1F2728"/>
                </a:solidFill>
              </a:rPr>
              <a:t>ži</a:t>
            </a:r>
            <a:r>
              <a:rPr lang="en-US" dirty="0">
                <a:solidFill>
                  <a:srgbClr val="1F2728"/>
                </a:solidFill>
              </a:rPr>
              <a:t>: 2 × LED </a:t>
            </a:r>
            <a:r>
              <a:rPr lang="en-US" dirty="0" err="1">
                <a:solidFill>
                  <a:srgbClr val="1F2728"/>
                </a:solidFill>
              </a:rPr>
              <a:t>prozor</a:t>
            </a:r>
            <a:r>
              <a:rPr lang="sr-Latn-RS" dirty="0">
                <a:solidFill>
                  <a:srgbClr val="1F2728"/>
                </a:solidFill>
              </a:rPr>
              <a:t>a</a:t>
            </a:r>
            <a:r>
              <a:rPr lang="en-US" dirty="0">
                <a:solidFill>
                  <a:srgbClr val="1F2728"/>
                </a:solidFill>
              </a:rPr>
              <a:t>, Ø6.5 mm</a:t>
            </a:r>
            <a:r>
              <a:rPr lang="sr-Latn-RS" dirty="0">
                <a:solidFill>
                  <a:srgbClr val="1F2728"/>
                </a:solidFill>
              </a:rPr>
              <a:t> otvor</a:t>
            </a:r>
            <a:r>
              <a:rPr lang="en-US" dirty="0">
                <a:solidFill>
                  <a:srgbClr val="1F2728"/>
                </a:solidFill>
              </a:rPr>
              <a:t> za</a:t>
            </a:r>
            <a:r>
              <a:rPr lang="sr-Latn-RS" dirty="0">
                <a:solidFill>
                  <a:srgbClr val="1F2728"/>
                </a:solidFill>
              </a:rPr>
              <a:t> </a:t>
            </a:r>
            <a:r>
              <a:rPr lang="en-US" dirty="0" err="1">
                <a:solidFill>
                  <a:srgbClr val="1F2728"/>
                </a:solidFill>
              </a:rPr>
              <a:t>smer</a:t>
            </a:r>
            <a:r>
              <a:rPr lang="sr-Latn-RS" dirty="0">
                <a:solidFill>
                  <a:srgbClr val="1F2728"/>
                </a:solidFill>
              </a:rPr>
              <a:t> dugme</a:t>
            </a:r>
            <a:r>
              <a:rPr lang="en-US" dirty="0">
                <a:solidFill>
                  <a:srgbClr val="1F2728"/>
                </a:solidFill>
              </a:rPr>
              <a:t>, otvor za ON/OFF</a:t>
            </a:r>
            <a:r>
              <a:rPr lang="sr-Latn-RS" dirty="0">
                <a:solidFill>
                  <a:srgbClr val="1F2728"/>
                </a:solidFill>
              </a:rPr>
              <a:t> dugme</a:t>
            </a:r>
            <a:r>
              <a:rPr lang="en-US" dirty="0">
                <a:solidFill>
                  <a:srgbClr val="1F2728"/>
                </a:solidFill>
              </a:rPr>
              <a:t>.
</a:t>
            </a:r>
            <a:r>
              <a:rPr lang="sr-Latn-RS" dirty="0">
                <a:solidFill>
                  <a:srgbClr val="1F2728"/>
                </a:solidFill>
              </a:rPr>
              <a:t> PCB stoji na stubovima na kojima pričvršćuje.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dirty="0">
                <a:solidFill>
                  <a:srgbClr val="1F2728"/>
                </a:solidFill>
              </a:rPr>
              <a:t>Ispod PCB</a:t>
            </a:r>
            <a:r>
              <a:rPr lang="en-US" dirty="0">
                <a:solidFill>
                  <a:srgbClr val="1F2728"/>
                </a:solidFill>
              </a:rPr>
              <a:t>-a </a:t>
            </a:r>
            <a:r>
              <a:rPr lang="sr-Latn-RS" dirty="0">
                <a:solidFill>
                  <a:srgbClr val="1F2728"/>
                </a:solidFill>
              </a:rPr>
              <a:t>je ostavljen prostor za paket baterija i kablove</a:t>
            </a:r>
            <a:r>
              <a:rPr lang="en-US" dirty="0">
                <a:solidFill>
                  <a:srgbClr val="1F2728"/>
                </a:solidFill>
              </a:rPr>
              <a:t>.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84CD392-3578-8EBE-AAE6-D1AFA4DE9F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22" t="26652" r="22188" b="20815"/>
          <a:stretch>
            <a:fillRect/>
          </a:stretch>
        </p:blipFill>
        <p:spPr>
          <a:xfrm>
            <a:off x="1064270" y="1257301"/>
            <a:ext cx="4234160" cy="22574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B1ED8C-DAC0-2B77-6C22-7785CE6E95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531" t="29320" r="33906" b="25262"/>
          <a:stretch>
            <a:fillRect/>
          </a:stretch>
        </p:blipFill>
        <p:spPr>
          <a:xfrm>
            <a:off x="1842135" y="3777251"/>
            <a:ext cx="2678430" cy="216660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DC30EB3-D02D-751D-2523-823FE812A6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484" t="11174" r="15938" b="3103"/>
          <a:stretch>
            <a:fillRect/>
          </a:stretch>
        </p:blipFill>
        <p:spPr>
          <a:xfrm>
            <a:off x="7114222" y="3595495"/>
            <a:ext cx="3619499" cy="27835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07AAD-E2A9-26A9-CA44-9A7014F94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9F0C72-BB5C-C7DC-C08D-0D633CEDD4D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4"/>
          </a:solidFill>
          <a:ln w="12700">
            <a:solidFill>
              <a:srgbClr val="F7F7F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F7F9E3-CFB2-46FA-1352-EF411F601F19}"/>
              </a:ext>
            </a:extLst>
          </p:cNvPr>
          <p:cNvSpPr/>
          <p:nvPr/>
        </p:nvSpPr>
        <p:spPr>
          <a:xfrm>
            <a:off x="2723597" y="712086"/>
            <a:ext cx="6744806" cy="51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6600" b="1" dirty="0">
                <a:solidFill>
                  <a:srgbClr val="1F2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HVALA NA PAŽNJI</a:t>
            </a:r>
            <a:endParaRPr lang="en-US" sz="6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CF2AEB9-87AA-9671-8584-1FA6C9E4C9DC}"/>
              </a:ext>
            </a:extLst>
          </p:cNvPr>
          <p:cNvSpPr/>
          <p:nvPr/>
        </p:nvSpPr>
        <p:spPr>
          <a:xfrm>
            <a:off x="495147" y="1386840"/>
            <a:ext cx="11201400" cy="0"/>
          </a:xfrm>
          <a:prstGeom prst="line">
            <a:avLst/>
          </a:prstGeom>
          <a:noFill/>
          <a:ln w="12700">
            <a:solidFill>
              <a:srgbClr val="D1D7D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816D19-7D90-0D29-ACB8-B82FD4A725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094" t="11731" r="15781" b="3381"/>
          <a:stretch>
            <a:fillRect/>
          </a:stretch>
        </p:blipFill>
        <p:spPr>
          <a:xfrm>
            <a:off x="3133572" y="1673172"/>
            <a:ext cx="5924550" cy="447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38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800</Words>
  <Application>Microsoft Office PowerPoint</Application>
  <PresentationFormat>Widescreen</PresentationFormat>
  <Paragraphs>117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Sekvencijalni žmigavac za bicikl — projekat</dc:title>
  <dc:subject>Sekvencijalni žmigavac za bicikl</dc:subject>
  <dc:creator>OpenAI</dc:creator>
  <cp:lastModifiedBy>Dalibor Radic</cp:lastModifiedBy>
  <cp:revision>3</cp:revision>
  <dcterms:created xsi:type="dcterms:W3CDTF">2026-06-29T23:46:22Z</dcterms:created>
  <dcterms:modified xsi:type="dcterms:W3CDTF">2026-06-30T20:35:16Z</dcterms:modified>
</cp:coreProperties>
</file>